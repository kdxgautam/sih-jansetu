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</p:sldIdLst>
  <p:sldSz cx="18288000" cy="10287000"/>
  <p:notesSz cx="6858000" cy="9144000"/>
  <p:embeddedFontLst>
    <p:embeddedFont>
      <p:font typeface="Arial Bold" charset="1" panose="020B0704020202020204"/>
      <p:regular r:id="rId12"/>
    </p:embeddedFont>
    <p:embeddedFont>
      <p:font typeface="Arial" charset="1" panose="020B0604020202020204"/>
      <p:regular r:id="rId1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fonts/font12.fntdata" Type="http://schemas.openxmlformats.org/officeDocument/2006/relationships/font"/><Relationship Id="rId13" Target="fonts/font13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4.svg" Type="http://schemas.openxmlformats.org/officeDocument/2006/relationships/image"/><Relationship Id="rId4" Target="../media/image5.png" Type="http://schemas.openxmlformats.org/officeDocument/2006/relationships/image"/><Relationship Id="rId5" Target="../media/image6.png" Type="http://schemas.openxmlformats.org/officeDocument/2006/relationships/image"/><Relationship Id="rId6" Target="../media/image2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png" Type="http://schemas.openxmlformats.org/officeDocument/2006/relationships/image"/><Relationship Id="rId11" Target="../media/image14.png" Type="http://schemas.openxmlformats.org/officeDocument/2006/relationships/image"/><Relationship Id="rId12" Target="../media/image15.png" Type="http://schemas.openxmlformats.org/officeDocument/2006/relationships/image"/><Relationship Id="rId13" Target="../media/image16.png" Type="http://schemas.openxmlformats.org/officeDocument/2006/relationships/image"/><Relationship Id="rId14" Target="../media/image17.png" Type="http://schemas.openxmlformats.org/officeDocument/2006/relationships/image"/><Relationship Id="rId15" Target="../media/image18.png" Type="http://schemas.openxmlformats.org/officeDocument/2006/relationships/image"/><Relationship Id="rId16" Target="../media/image19.png" Type="http://schemas.openxmlformats.org/officeDocument/2006/relationships/image"/><Relationship Id="rId17" Target="../media/image20.png" Type="http://schemas.openxmlformats.org/officeDocument/2006/relationships/image"/><Relationship Id="rId18" Target="../media/image21.png" Type="http://schemas.openxmlformats.org/officeDocument/2006/relationships/image"/><Relationship Id="rId19" Target="../media/image22.png" Type="http://schemas.openxmlformats.org/officeDocument/2006/relationships/image"/><Relationship Id="rId2" Target="../media/image3.png" Type="http://schemas.openxmlformats.org/officeDocument/2006/relationships/image"/><Relationship Id="rId20" Target="../media/image2.png" Type="http://schemas.openxmlformats.org/officeDocument/2006/relationships/image"/><Relationship Id="rId21" Target="../media/image23.png" Type="http://schemas.openxmlformats.org/officeDocument/2006/relationships/image"/><Relationship Id="rId3" Target="../media/image4.svg" Type="http://schemas.openxmlformats.org/officeDocument/2006/relationships/image"/><Relationship Id="rId4" Target="../media/image7.png" Type="http://schemas.openxmlformats.org/officeDocument/2006/relationships/image"/><Relationship Id="rId5" Target="../media/image8.png" Type="http://schemas.openxmlformats.org/officeDocument/2006/relationships/image"/><Relationship Id="rId6" Target="../media/image9.png" Type="http://schemas.openxmlformats.org/officeDocument/2006/relationships/image"/><Relationship Id="rId7" Target="../media/image10.svg" Type="http://schemas.openxmlformats.org/officeDocument/2006/relationships/image"/><Relationship Id="rId8" Target="../media/image11.png" Type="http://schemas.openxmlformats.org/officeDocument/2006/relationships/image"/><Relationship Id="rId9" Target="../media/image12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7.png" Type="http://schemas.openxmlformats.org/officeDocument/2006/relationships/image"/><Relationship Id="rId11" Target="../media/image28.png" Type="http://schemas.openxmlformats.org/officeDocument/2006/relationships/image"/><Relationship Id="rId12" Target="../media/image29.png" Type="http://schemas.openxmlformats.org/officeDocument/2006/relationships/image"/><Relationship Id="rId13" Target="../media/image30.png" Type="http://schemas.openxmlformats.org/officeDocument/2006/relationships/image"/><Relationship Id="rId14" Target="../media/image31.png" Type="http://schemas.openxmlformats.org/officeDocument/2006/relationships/image"/><Relationship Id="rId2" Target="../media/image3.png" Type="http://schemas.openxmlformats.org/officeDocument/2006/relationships/image"/><Relationship Id="rId3" Target="../media/image4.svg" Type="http://schemas.openxmlformats.org/officeDocument/2006/relationships/image"/><Relationship Id="rId4" Target="../media/image9.png" Type="http://schemas.openxmlformats.org/officeDocument/2006/relationships/image"/><Relationship Id="rId5" Target="../media/image10.svg" Type="http://schemas.openxmlformats.org/officeDocument/2006/relationships/image"/><Relationship Id="rId6" Target="../media/image24.png" Type="http://schemas.openxmlformats.org/officeDocument/2006/relationships/image"/><Relationship Id="rId7" Target="../media/image2.png" Type="http://schemas.openxmlformats.org/officeDocument/2006/relationships/image"/><Relationship Id="rId8" Target="../media/image25.png" Type="http://schemas.openxmlformats.org/officeDocument/2006/relationships/image"/><Relationship Id="rId9" Target="../media/image26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2.png" Type="http://schemas.openxmlformats.org/officeDocument/2006/relationships/image"/><Relationship Id="rId3" Target="../media/image33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34.png" Type="http://schemas.openxmlformats.org/officeDocument/2006/relationships/image"/><Relationship Id="rId7" Target="../media/image2.png" Type="http://schemas.openxmlformats.org/officeDocument/2006/relationships/image"/><Relationship Id="rId8" Target="../media/image35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https://drive.google.com/drive/folders/1-sVTEnGEMpwg4abO0D2a-73zSsLiS5oR?usp=sharing" TargetMode="External" Type="http://schemas.openxmlformats.org/officeDocument/2006/relationships/hyperlink"/><Relationship Id="rId2" Target="https://ai.google.dev/gemini-api/docs/structured-output" TargetMode="External" Type="http://schemas.openxmlformats.org/officeDocument/2006/relationships/hyperlink"/><Relationship Id="rId3" Target="https://cloud.google.com/vertex-ai/generative-ai/docs/start/quickstart" TargetMode="External" Type="http://schemas.openxmlformats.org/officeDocument/2006/relationships/hyperlink"/><Relationship Id="rId4" Target="https://fastapi.tiangolo.com" TargetMode="External" Type="http://schemas.openxmlformats.org/officeDocument/2006/relationships/hyperlink"/><Relationship Id="rId5" Target="https://neon.tech/docs" TargetMode="External" Type="http://schemas.openxmlformats.org/officeDocument/2006/relationships/hyperlink"/><Relationship Id="rId6" Target="https://cloud.google.com/run/docs" TargetMode="External" Type="http://schemas.openxmlformats.org/officeDocument/2006/relationships/hyperlink"/><Relationship Id="rId7" Target="https://jansetu-jharkhand.vercel.app" TargetMode="External" Type="http://schemas.openxmlformats.org/officeDocument/2006/relationships/hyperlink"/><Relationship Id="rId8" Target="https://jansetu-jharkhand.vercel.app" TargetMode="External" Type="http://schemas.openxmlformats.org/officeDocument/2006/relationships/hyperlink"/><Relationship Id="rId9" Target="https://jansetu-api-595351864949.us-east4.run.app/api/v1/health" TargetMode="External" Type="http://schemas.openxmlformats.org/officeDocument/2006/relationships/hyperlink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358339" y="2568709"/>
            <a:ext cx="4180416" cy="4639827"/>
          </a:xfrm>
          <a:custGeom>
            <a:avLst/>
            <a:gdLst/>
            <a:ahLst/>
            <a:cxnLst/>
            <a:rect r="r" b="b" t="t" l="l"/>
            <a:pathLst>
              <a:path h="4639827" w="4180416">
                <a:moveTo>
                  <a:pt x="0" y="0"/>
                </a:moveTo>
                <a:lnTo>
                  <a:pt x="4180415" y="0"/>
                </a:lnTo>
                <a:lnTo>
                  <a:pt x="4180415" y="4639827"/>
                </a:lnTo>
                <a:lnTo>
                  <a:pt x="0" y="463982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-158891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178553" y="143920"/>
            <a:ext cx="13326309" cy="11729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376"/>
              </a:lnSpc>
              <a:spcBef>
                <a:spcPct val="0"/>
              </a:spcBef>
            </a:pPr>
            <a:r>
              <a:rPr lang="en-US" b="true" sz="6697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SMART INDIA HACKATHON 2026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271490" y="2129679"/>
            <a:ext cx="11025722" cy="80050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94590" indent="-347295" lvl="1">
              <a:lnSpc>
                <a:spcPts val="4504"/>
              </a:lnSpc>
              <a:buFont typeface="Arial"/>
              <a:buChar char="•"/>
            </a:pPr>
            <a:r>
              <a:rPr lang="en-US" b="true" sz="3217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Problem Statement ID</a:t>
            </a:r>
            <a:r>
              <a:rPr lang="en-US" sz="3217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– 26043</a:t>
            </a:r>
          </a:p>
          <a:p>
            <a:pPr algn="l">
              <a:lnSpc>
                <a:spcPts val="4504"/>
              </a:lnSpc>
            </a:pPr>
          </a:p>
          <a:p>
            <a:pPr algn="l" marL="694590" indent="-347295" lvl="1">
              <a:lnSpc>
                <a:spcPts val="4504"/>
              </a:lnSpc>
              <a:buFont typeface="Arial"/>
              <a:buChar char="•"/>
            </a:pPr>
            <a:r>
              <a:rPr lang="en-US" b="true" sz="3217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Problem Statement Title</a:t>
            </a:r>
            <a:r>
              <a:rPr lang="en-US" sz="3217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– A digital platform to crowdsource societal challenges and facilitate collaborative problem solving through universities and industry partnerships</a:t>
            </a:r>
          </a:p>
          <a:p>
            <a:pPr algn="l">
              <a:lnSpc>
                <a:spcPts val="4504"/>
              </a:lnSpc>
            </a:pPr>
          </a:p>
          <a:p>
            <a:pPr algn="l" marL="694590" indent="-347295" lvl="1">
              <a:lnSpc>
                <a:spcPts val="4504"/>
              </a:lnSpc>
              <a:buFont typeface="Arial"/>
              <a:buChar char="•"/>
            </a:pPr>
            <a:r>
              <a:rPr lang="en-US" b="true" sz="3217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Theme</a:t>
            </a:r>
            <a:r>
              <a:rPr lang="en-US" sz="3217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– Smart Education</a:t>
            </a:r>
          </a:p>
          <a:p>
            <a:pPr algn="l">
              <a:lnSpc>
                <a:spcPts val="4504"/>
              </a:lnSpc>
            </a:pPr>
          </a:p>
          <a:p>
            <a:pPr algn="l" marL="694590" indent="-347295" lvl="1">
              <a:lnSpc>
                <a:spcPts val="4504"/>
              </a:lnSpc>
              <a:buFont typeface="Arial"/>
              <a:buChar char="•"/>
            </a:pPr>
            <a:r>
              <a:rPr lang="en-US" b="true" sz="3217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PS Category</a:t>
            </a:r>
            <a:r>
              <a:rPr lang="en-US" sz="3217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– Software</a:t>
            </a:r>
          </a:p>
          <a:p>
            <a:pPr algn="l">
              <a:lnSpc>
                <a:spcPts val="4504"/>
              </a:lnSpc>
            </a:pPr>
          </a:p>
          <a:p>
            <a:pPr algn="l" marL="694590" indent="-347295" lvl="1">
              <a:lnSpc>
                <a:spcPts val="4504"/>
              </a:lnSpc>
              <a:buFont typeface="Arial"/>
              <a:buChar char="•"/>
            </a:pPr>
            <a:r>
              <a:rPr lang="en-US" b="true" sz="3217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Team ID</a:t>
            </a:r>
            <a:r>
              <a:rPr lang="en-US" sz="3217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– </a:t>
            </a:r>
          </a:p>
          <a:p>
            <a:pPr algn="l">
              <a:lnSpc>
                <a:spcPts val="4504"/>
              </a:lnSpc>
            </a:pPr>
          </a:p>
          <a:p>
            <a:pPr algn="l" marL="694590" indent="-347295" lvl="1">
              <a:lnSpc>
                <a:spcPts val="4504"/>
              </a:lnSpc>
              <a:buFont typeface="Arial"/>
              <a:buChar char="•"/>
            </a:pPr>
            <a:r>
              <a:rPr lang="en-US" b="true" sz="3217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Team Name</a:t>
            </a:r>
            <a:r>
              <a:rPr lang="en-US" sz="3217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–  BilluSena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52783" y="114269"/>
            <a:ext cx="2036343" cy="902625"/>
          </a:xfrm>
          <a:custGeom>
            <a:avLst/>
            <a:gdLst/>
            <a:ahLst/>
            <a:cxnLst/>
            <a:rect r="r" b="b" t="t" l="l"/>
            <a:pathLst>
              <a:path h="902625" w="2036343">
                <a:moveTo>
                  <a:pt x="0" y="0"/>
                </a:moveTo>
                <a:lnTo>
                  <a:pt x="2036343" y="0"/>
                </a:lnTo>
                <a:lnTo>
                  <a:pt x="2036343" y="902625"/>
                </a:lnTo>
                <a:lnTo>
                  <a:pt x="0" y="902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1238" r="0" b="0"/>
            </a:stretch>
          </a:blipFill>
        </p:spPr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895499" y="2035531"/>
            <a:ext cx="3512921" cy="2978859"/>
            <a:chOff x="0" y="0"/>
            <a:chExt cx="830944" cy="70461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30944" cy="704617"/>
            </a:xfrm>
            <a:custGeom>
              <a:avLst/>
              <a:gdLst/>
              <a:ahLst/>
              <a:cxnLst/>
              <a:rect r="r" b="b" t="t" l="l"/>
              <a:pathLst>
                <a:path h="704617" w="830944">
                  <a:moveTo>
                    <a:pt x="830944" y="352309"/>
                  </a:moveTo>
                  <a:lnTo>
                    <a:pt x="627744" y="704617"/>
                  </a:lnTo>
                  <a:lnTo>
                    <a:pt x="203200" y="704617"/>
                  </a:lnTo>
                  <a:lnTo>
                    <a:pt x="0" y="352309"/>
                  </a:lnTo>
                  <a:lnTo>
                    <a:pt x="203200" y="0"/>
                  </a:lnTo>
                  <a:lnTo>
                    <a:pt x="627744" y="0"/>
                  </a:lnTo>
                  <a:lnTo>
                    <a:pt x="830944" y="352309"/>
                  </a:lnTo>
                  <a:close/>
                </a:path>
              </a:pathLst>
            </a:custGeom>
            <a:solidFill>
              <a:srgbClr val="7D5EBB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114300" y="-47625"/>
              <a:ext cx="602344" cy="7522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282047" indent="-141024" lvl="1">
                <a:lnSpc>
                  <a:spcPts val="1828"/>
                </a:lnSpc>
                <a:buAutoNum type="arabicPeriod" startAt="1"/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2131448" y="1903390"/>
            <a:ext cx="2603586" cy="8451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21"/>
              </a:lnSpc>
              <a:spcBef>
                <a:spcPct val="0"/>
              </a:spcBef>
            </a:pPr>
            <a:r>
              <a:rPr lang="en-US" b="true" sz="2443" u="sng">
                <a:solidFill>
                  <a:srgbClr val="9B0A00"/>
                </a:solidFill>
                <a:latin typeface="Arial Bold"/>
                <a:ea typeface="Arial Bold"/>
                <a:cs typeface="Arial Bold"/>
                <a:sym typeface="Arial Bold"/>
              </a:rPr>
              <a:t>How it addresses the solution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381945" y="3461842"/>
            <a:ext cx="2563835" cy="7541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08"/>
              </a:lnSpc>
              <a:spcBef>
                <a:spcPct val="0"/>
              </a:spcBef>
            </a:pPr>
            <a:r>
              <a:rPr lang="en-US" sz="1434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Submi</a:t>
            </a:r>
            <a:r>
              <a:rPr lang="en-US" sz="1434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 a real community problem with evidence, location and context.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1645002" y="3534486"/>
            <a:ext cx="3512921" cy="2978859"/>
            <a:chOff x="0" y="0"/>
            <a:chExt cx="830944" cy="704617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30944" cy="704617"/>
            </a:xfrm>
            <a:custGeom>
              <a:avLst/>
              <a:gdLst/>
              <a:ahLst/>
              <a:cxnLst/>
              <a:rect r="r" b="b" t="t" l="l"/>
              <a:pathLst>
                <a:path h="704617" w="830944">
                  <a:moveTo>
                    <a:pt x="830944" y="352309"/>
                  </a:moveTo>
                  <a:lnTo>
                    <a:pt x="627744" y="704617"/>
                  </a:lnTo>
                  <a:lnTo>
                    <a:pt x="203200" y="704617"/>
                  </a:lnTo>
                  <a:lnTo>
                    <a:pt x="0" y="352309"/>
                  </a:lnTo>
                  <a:lnTo>
                    <a:pt x="203200" y="0"/>
                  </a:lnTo>
                  <a:lnTo>
                    <a:pt x="627744" y="0"/>
                  </a:lnTo>
                  <a:lnTo>
                    <a:pt x="830944" y="352309"/>
                  </a:lnTo>
                  <a:close/>
                </a:path>
              </a:pathLst>
            </a:custGeom>
            <a:solidFill>
              <a:srgbClr val="5A9473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114300" y="-47625"/>
              <a:ext cx="602344" cy="7522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282047" indent="-141024" lvl="1">
                <a:lnSpc>
                  <a:spcPts val="1828"/>
                </a:lnSpc>
                <a:buAutoNum type="arabicPeriod" startAt="1"/>
              </a:pP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12106262" y="4501172"/>
            <a:ext cx="2587642" cy="2920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80"/>
              </a:lnSpc>
              <a:spcBef>
                <a:spcPct val="0"/>
              </a:spcBef>
            </a:pPr>
            <a:r>
              <a:rPr lang="en-US" b="true" sz="1628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REVIEW &amp; MATCH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2131448" y="4936049"/>
            <a:ext cx="2563835" cy="7541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08"/>
              </a:lnSpc>
              <a:spcBef>
                <a:spcPct val="0"/>
              </a:spcBef>
            </a:pPr>
            <a:r>
              <a:rPr lang="en-US" sz="1434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G</a:t>
            </a:r>
            <a:r>
              <a:rPr lang="en-US" sz="1434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overnment validates the challenge and matches it to an appropriate university.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14391746" y="2054581"/>
            <a:ext cx="3512921" cy="2978859"/>
            <a:chOff x="0" y="0"/>
            <a:chExt cx="830944" cy="704617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830944" cy="704617"/>
            </a:xfrm>
            <a:custGeom>
              <a:avLst/>
              <a:gdLst/>
              <a:ahLst/>
              <a:cxnLst/>
              <a:rect r="r" b="b" t="t" l="l"/>
              <a:pathLst>
                <a:path h="704617" w="830944">
                  <a:moveTo>
                    <a:pt x="830944" y="352309"/>
                  </a:moveTo>
                  <a:lnTo>
                    <a:pt x="627744" y="704617"/>
                  </a:lnTo>
                  <a:lnTo>
                    <a:pt x="203200" y="704617"/>
                  </a:lnTo>
                  <a:lnTo>
                    <a:pt x="0" y="352309"/>
                  </a:lnTo>
                  <a:lnTo>
                    <a:pt x="203200" y="0"/>
                  </a:lnTo>
                  <a:lnTo>
                    <a:pt x="627744" y="0"/>
                  </a:lnTo>
                  <a:lnTo>
                    <a:pt x="830944" y="352309"/>
                  </a:lnTo>
                  <a:close/>
                </a:path>
              </a:pathLst>
            </a:custGeom>
            <a:solidFill>
              <a:srgbClr val="A4544E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14" id="14"/>
            <p:cNvSpPr txBox="true"/>
            <p:nvPr/>
          </p:nvSpPr>
          <p:spPr>
            <a:xfrm>
              <a:off x="114300" y="-47625"/>
              <a:ext cx="602344" cy="7522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282047" indent="-141024" lvl="1">
                <a:lnSpc>
                  <a:spcPts val="1828"/>
                </a:lnSpc>
                <a:buAutoNum type="arabicPeriod" startAt="1"/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1936106" y="6485842"/>
            <a:ext cx="3086100" cy="480651"/>
            <a:chOff x="0" y="0"/>
            <a:chExt cx="812800" cy="126591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812800" cy="126591"/>
            </a:xfrm>
            <a:custGeom>
              <a:avLst/>
              <a:gdLst/>
              <a:ahLst/>
              <a:cxnLst/>
              <a:rect r="r" b="b" t="t" l="l"/>
              <a:pathLst>
                <a:path h="126591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26591"/>
                  </a:lnTo>
                  <a:lnTo>
                    <a:pt x="0" y="126591"/>
                  </a:lnTo>
                  <a:close/>
                </a:path>
              </a:pathLst>
            </a:custGeom>
            <a:solidFill>
              <a:srgbClr val="FFFEFC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47625"/>
              <a:ext cx="812800" cy="17421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8"/>
                </a:lnSpc>
              </a:pPr>
            </a:p>
          </p:txBody>
        </p:sp>
      </p:grpSp>
      <p:sp>
        <p:nvSpPr>
          <p:cNvPr name="Freeform 18" id="18"/>
          <p:cNvSpPr/>
          <p:nvPr/>
        </p:nvSpPr>
        <p:spPr>
          <a:xfrm flipH="false" flipV="false" rot="0">
            <a:off x="170223" y="0"/>
            <a:ext cx="1669093" cy="1001456"/>
          </a:xfrm>
          <a:custGeom>
            <a:avLst/>
            <a:gdLst/>
            <a:ahLst/>
            <a:cxnLst/>
            <a:rect r="r" b="b" t="t" l="l"/>
            <a:pathLst>
              <a:path h="1001456" w="1669093">
                <a:moveTo>
                  <a:pt x="0" y="0"/>
                </a:moveTo>
                <a:lnTo>
                  <a:pt x="1669092" y="0"/>
                </a:lnTo>
                <a:lnTo>
                  <a:pt x="1669092" y="1001456"/>
                </a:lnTo>
                <a:lnTo>
                  <a:pt x="0" y="100145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0" y="6346534"/>
            <a:ext cx="6792875" cy="3756357"/>
          </a:xfrm>
          <a:custGeom>
            <a:avLst/>
            <a:gdLst/>
            <a:ahLst/>
            <a:cxnLst/>
            <a:rect r="r" b="b" t="t" l="l"/>
            <a:pathLst>
              <a:path h="3756357" w="6792875">
                <a:moveTo>
                  <a:pt x="0" y="0"/>
                </a:moveTo>
                <a:lnTo>
                  <a:pt x="6792875" y="0"/>
                </a:lnTo>
                <a:lnTo>
                  <a:pt x="6792875" y="3756358"/>
                </a:lnTo>
                <a:lnTo>
                  <a:pt x="0" y="37563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-1014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354322" y="1801137"/>
            <a:ext cx="7945129" cy="4438100"/>
          </a:xfrm>
          <a:custGeom>
            <a:avLst/>
            <a:gdLst/>
            <a:ahLst/>
            <a:cxnLst/>
            <a:rect r="r" b="b" t="t" l="l"/>
            <a:pathLst>
              <a:path h="4438100" w="7945129">
                <a:moveTo>
                  <a:pt x="0" y="0"/>
                </a:moveTo>
                <a:lnTo>
                  <a:pt x="7945129" y="0"/>
                </a:lnTo>
                <a:lnTo>
                  <a:pt x="7945129" y="4438100"/>
                </a:lnTo>
                <a:lnTo>
                  <a:pt x="0" y="44381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21" id="21"/>
          <p:cNvSpPr txBox="true"/>
          <p:nvPr/>
        </p:nvSpPr>
        <p:spPr>
          <a:xfrm rot="0">
            <a:off x="5518459" y="-26949"/>
            <a:ext cx="7124810" cy="15195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019"/>
              </a:lnSpc>
            </a:pPr>
            <a:r>
              <a:rPr lang="en-US" b="true" sz="4299" u="sng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JanSetu</a:t>
            </a:r>
          </a:p>
          <a:p>
            <a:pPr algn="ctr">
              <a:lnSpc>
                <a:spcPts val="6019"/>
              </a:lnSpc>
              <a:spcBef>
                <a:spcPct val="0"/>
              </a:spcBef>
            </a:pPr>
          </a:p>
        </p:txBody>
      </p:sp>
      <p:sp>
        <p:nvSpPr>
          <p:cNvPr name="TextBox 22" id="22"/>
          <p:cNvSpPr txBox="true"/>
          <p:nvPr/>
        </p:nvSpPr>
        <p:spPr>
          <a:xfrm rot="0">
            <a:off x="6376591" y="6780045"/>
            <a:ext cx="11052560" cy="29997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59"/>
              </a:lnSpc>
            </a:pPr>
          </a:p>
          <a:p>
            <a:pPr algn="l" marL="410208" indent="-205104" lvl="1">
              <a:lnSpc>
                <a:spcPts val="2659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1899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Bilingual by Design</a:t>
            </a:r>
            <a:r>
              <a:rPr lang="en-US" b="true" sz="1899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:</a:t>
            </a:r>
            <a:r>
              <a:rPr lang="en-US" sz="1899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English + Hindi public fields, with human-reviewed bilingual summaries while preserving the original submission.</a:t>
            </a:r>
          </a:p>
          <a:p>
            <a:pPr algn="l" marL="410208" indent="-205104" lvl="1">
              <a:lnSpc>
                <a:spcPts val="2659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1899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Human-Controlled AI:</a:t>
            </a:r>
            <a:r>
              <a:rPr lang="en-US" sz="1899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Gemini assists with classification, prioritisation, duplicate detection and matching — but never publishes, assigns, approves, rejects or resolves a challenge.</a:t>
            </a:r>
          </a:p>
          <a:p>
            <a:pPr algn="l" marL="410208" indent="-205104" lvl="1">
              <a:lnSpc>
                <a:spcPts val="2659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1899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End-to-End Lifecycle</a:t>
            </a:r>
            <a:r>
              <a:rPr lang="en-US" b="true" sz="1899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:</a:t>
            </a:r>
            <a:r>
              <a:rPr lang="en-US" sz="1899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One connected workflow from challenge </a:t>
            </a:r>
            <a:r>
              <a:rPr lang="en-US" b="true" sz="1899">
                <a:solidFill>
                  <a:srgbClr val="014BAD"/>
                </a:solidFill>
                <a:latin typeface="Arial Bold"/>
                <a:ea typeface="Arial Bold"/>
                <a:cs typeface="Arial Bold"/>
                <a:sym typeface="Arial Bold"/>
              </a:rPr>
              <a:t>intake → review → university allocation → proposal → partnership → milestones → outcome validation.</a:t>
            </a:r>
          </a:p>
          <a:p>
            <a:pPr algn="l" marL="410208" indent="-205104" lvl="1">
              <a:lnSpc>
                <a:spcPts val="2659"/>
              </a:lnSpc>
              <a:buFont typeface="Arial"/>
              <a:buChar char="•"/>
            </a:pPr>
            <a:r>
              <a:rPr lang="en-US" b="true" sz="1899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Evidence + Accountability</a:t>
            </a:r>
            <a:r>
              <a:rPr lang="en-US" b="true" sz="1899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: </a:t>
            </a:r>
            <a:r>
              <a:rPr lang="en-US" sz="1899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Private evidence, role-based access, activity history and government-validated outcomes create a transparent and </a:t>
            </a:r>
            <a:r>
              <a:rPr lang="en-US" b="true" sz="1899">
                <a:solidFill>
                  <a:srgbClr val="014BAD"/>
                </a:solidFill>
                <a:latin typeface="Arial Bold"/>
                <a:ea typeface="Arial Bold"/>
                <a:cs typeface="Arial Bold"/>
                <a:sym typeface="Arial Bold"/>
              </a:rPr>
              <a:t>auditable innovation pipeline.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354322" y="1053921"/>
            <a:ext cx="17734804" cy="6399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8"/>
              </a:lnSpc>
              <a:spcBef>
                <a:spcPct val="0"/>
              </a:spcBef>
            </a:pPr>
            <a:r>
              <a:rPr lang="en-US" sz="1806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JanSetu is a bilingual societal innovation </a:t>
            </a:r>
            <a:r>
              <a:rPr lang="en-US" b="true" sz="1806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collaboration portal</a:t>
            </a:r>
            <a:r>
              <a:rPr lang="en-US" sz="1806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that </a:t>
            </a:r>
            <a:r>
              <a:rPr lang="en-US" b="true" sz="1806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transforms community-reported challenges</a:t>
            </a:r>
            <a:r>
              <a:rPr lang="en-US" sz="1806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in Jharkhand into reviewed, </a:t>
            </a:r>
            <a:r>
              <a:rPr lang="en-US" b="true" sz="1806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university-led and industry-supported projects</a:t>
            </a:r>
            <a:r>
              <a:rPr lang="en-US" sz="1806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with measurable outcomes.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9358139" y="3002794"/>
            <a:ext cx="2587642" cy="2754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40"/>
              </a:lnSpc>
              <a:spcBef>
                <a:spcPct val="0"/>
              </a:spcBef>
            </a:pPr>
            <a:r>
              <a:rPr lang="en-US" b="true" sz="1528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REPORT THE CHALLENGE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3271644" y="2659957"/>
            <a:ext cx="289048" cy="6679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215"/>
              </a:lnSpc>
              <a:spcBef>
                <a:spcPct val="0"/>
              </a:spcBef>
            </a:pPr>
            <a:r>
              <a:rPr lang="en-US" b="true" sz="3725">
                <a:solidFill>
                  <a:srgbClr val="9B0A00"/>
                </a:solidFill>
                <a:latin typeface="Arial Bold"/>
                <a:ea typeface="Arial Bold"/>
                <a:cs typeface="Arial Bold"/>
                <a:sym typeface="Arial Bold"/>
              </a:rPr>
              <a:t>?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0522141" y="2482256"/>
            <a:ext cx="283443" cy="3490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8"/>
              </a:lnSpc>
              <a:spcBef>
                <a:spcPct val="0"/>
              </a:spcBef>
            </a:pPr>
            <a:r>
              <a:rPr lang="en-US" b="true" sz="2006">
                <a:solidFill>
                  <a:srgbClr val="ECE3FF"/>
                </a:solidFill>
                <a:latin typeface="Arial Bold"/>
                <a:ea typeface="Arial Bold"/>
                <a:cs typeface="Arial Bold"/>
                <a:sym typeface="Arial Bold"/>
              </a:rPr>
              <a:t>01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3258361" y="3990932"/>
            <a:ext cx="283443" cy="3490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8"/>
              </a:lnSpc>
              <a:spcBef>
                <a:spcPct val="0"/>
              </a:spcBef>
            </a:pPr>
            <a:r>
              <a:rPr lang="en-US" b="true" sz="2006">
                <a:solidFill>
                  <a:srgbClr val="E3FFEE"/>
                </a:solidFill>
                <a:latin typeface="Arial Bold"/>
                <a:ea typeface="Arial Bold"/>
                <a:cs typeface="Arial Bold"/>
                <a:sym typeface="Arial Bold"/>
              </a:rPr>
              <a:t>02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4841509" y="2931500"/>
            <a:ext cx="2587642" cy="2920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80"/>
              </a:lnSpc>
              <a:spcBef>
                <a:spcPct val="0"/>
              </a:spcBef>
            </a:pPr>
            <a:r>
              <a:rPr lang="en-US" b="true" sz="1628">
                <a:solidFill>
                  <a:srgbClr val="FFFEFC"/>
                </a:solidFill>
                <a:latin typeface="Arial Bold"/>
                <a:ea typeface="Arial Bold"/>
                <a:cs typeface="Arial Bold"/>
                <a:sym typeface="Arial Bold"/>
              </a:rPr>
              <a:t>BUILD</a:t>
            </a:r>
            <a:r>
              <a:rPr lang="en-US" b="true" sz="1628">
                <a:solidFill>
                  <a:srgbClr val="FFFEFC"/>
                </a:solidFill>
                <a:latin typeface="Arial Bold"/>
                <a:ea typeface="Arial Bold"/>
                <a:cs typeface="Arial Bold"/>
                <a:sym typeface="Arial Bold"/>
              </a:rPr>
              <a:t> &amp; MEASURE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4756709" y="3397793"/>
            <a:ext cx="2782994" cy="7541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08"/>
              </a:lnSpc>
              <a:spcBef>
                <a:spcPct val="0"/>
              </a:spcBef>
            </a:pPr>
            <a:r>
              <a:rPr lang="en-US" sz="1434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Univ</a:t>
            </a:r>
            <a:r>
              <a:rPr lang="en-US" sz="1434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ersity and industry collaborate through milestones, evidence and outcome validation.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6006485" y="2445294"/>
            <a:ext cx="283443" cy="3490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8"/>
              </a:lnSpc>
              <a:spcBef>
                <a:spcPct val="0"/>
              </a:spcBef>
            </a:pPr>
            <a:r>
              <a:rPr lang="en-US" b="true" sz="2006">
                <a:solidFill>
                  <a:srgbClr val="FFFEFC"/>
                </a:solidFill>
                <a:latin typeface="Arial Bold"/>
                <a:ea typeface="Arial Bold"/>
                <a:cs typeface="Arial Bold"/>
                <a:sym typeface="Arial Bold"/>
              </a:rPr>
              <a:t>03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-377514" y="264061"/>
            <a:ext cx="2764565" cy="4075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60"/>
              </a:lnSpc>
              <a:spcBef>
                <a:spcPct val="0"/>
              </a:spcBef>
            </a:pPr>
            <a:r>
              <a:rPr lang="en-US" b="true" sz="2328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BilluSena</a:t>
            </a:r>
          </a:p>
        </p:txBody>
      </p:sp>
      <p:sp>
        <p:nvSpPr>
          <p:cNvPr name="Freeform 32" id="32"/>
          <p:cNvSpPr/>
          <p:nvPr/>
        </p:nvSpPr>
        <p:spPr>
          <a:xfrm flipH="false" flipV="false" rot="0">
            <a:off x="16052783" y="114269"/>
            <a:ext cx="2036343" cy="902625"/>
          </a:xfrm>
          <a:custGeom>
            <a:avLst/>
            <a:gdLst/>
            <a:ahLst/>
            <a:cxnLst/>
            <a:rect r="r" b="b" t="t" l="l"/>
            <a:pathLst>
              <a:path h="902625" w="2036343">
                <a:moveTo>
                  <a:pt x="0" y="0"/>
                </a:moveTo>
                <a:lnTo>
                  <a:pt x="2036343" y="0"/>
                </a:lnTo>
                <a:lnTo>
                  <a:pt x="2036343" y="902625"/>
                </a:lnTo>
                <a:lnTo>
                  <a:pt x="0" y="90262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-1238" r="0" b="0"/>
            </a:stretch>
          </a:blipFill>
        </p:spPr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38107" y="91114"/>
            <a:ext cx="1701245" cy="1020747"/>
          </a:xfrm>
          <a:custGeom>
            <a:avLst/>
            <a:gdLst/>
            <a:ahLst/>
            <a:cxnLst/>
            <a:rect r="r" b="b" t="t" l="l"/>
            <a:pathLst>
              <a:path h="1020747" w="1701245">
                <a:moveTo>
                  <a:pt x="0" y="0"/>
                </a:moveTo>
                <a:lnTo>
                  <a:pt x="1701245" y="0"/>
                </a:lnTo>
                <a:lnTo>
                  <a:pt x="1701245" y="1020748"/>
                </a:lnTo>
                <a:lnTo>
                  <a:pt x="0" y="102074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0" y="7747126"/>
            <a:ext cx="683773" cy="2857057"/>
            <a:chOff x="0" y="0"/>
            <a:chExt cx="904240" cy="377825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50800" y="49149"/>
              <a:ext cx="802779" cy="3686234"/>
            </a:xfrm>
            <a:custGeom>
              <a:avLst/>
              <a:gdLst/>
              <a:ahLst/>
              <a:cxnLst/>
              <a:rect r="r" b="b" t="t" l="l"/>
              <a:pathLst>
                <a:path h="3686234" w="802779">
                  <a:moveTo>
                    <a:pt x="779780" y="133731"/>
                  </a:moveTo>
                  <a:cubicBezTo>
                    <a:pt x="580390" y="325501"/>
                    <a:pt x="584200" y="344551"/>
                    <a:pt x="580390" y="381381"/>
                  </a:cubicBezTo>
                  <a:cubicBezTo>
                    <a:pt x="575310" y="444881"/>
                    <a:pt x="558800" y="598551"/>
                    <a:pt x="590550" y="644271"/>
                  </a:cubicBezTo>
                  <a:cubicBezTo>
                    <a:pt x="609600" y="672211"/>
                    <a:pt x="661670" y="662051"/>
                    <a:pt x="678180" y="683641"/>
                  </a:cubicBezTo>
                  <a:cubicBezTo>
                    <a:pt x="694690" y="702691"/>
                    <a:pt x="692150" y="724281"/>
                    <a:pt x="695960" y="761111"/>
                  </a:cubicBezTo>
                  <a:cubicBezTo>
                    <a:pt x="706120" y="850011"/>
                    <a:pt x="721360" y="1123061"/>
                    <a:pt x="698500" y="1220851"/>
                  </a:cubicBezTo>
                  <a:cubicBezTo>
                    <a:pt x="687070" y="1270381"/>
                    <a:pt x="674370" y="1309751"/>
                    <a:pt x="647700" y="1326261"/>
                  </a:cubicBezTo>
                  <a:cubicBezTo>
                    <a:pt x="621030" y="1341501"/>
                    <a:pt x="571500" y="1333881"/>
                    <a:pt x="541020" y="1322451"/>
                  </a:cubicBezTo>
                  <a:cubicBezTo>
                    <a:pt x="511810" y="1311021"/>
                    <a:pt x="485140" y="1295781"/>
                    <a:pt x="466090" y="1262761"/>
                  </a:cubicBezTo>
                  <a:cubicBezTo>
                    <a:pt x="434340" y="1205611"/>
                    <a:pt x="435610" y="1057021"/>
                    <a:pt x="430530" y="969391"/>
                  </a:cubicBezTo>
                  <a:cubicBezTo>
                    <a:pt x="426720" y="899541"/>
                    <a:pt x="420370" y="830961"/>
                    <a:pt x="430530" y="778891"/>
                  </a:cubicBezTo>
                  <a:cubicBezTo>
                    <a:pt x="439420" y="740791"/>
                    <a:pt x="469900" y="712851"/>
                    <a:pt x="472440" y="682371"/>
                  </a:cubicBezTo>
                  <a:cubicBezTo>
                    <a:pt x="474980" y="659511"/>
                    <a:pt x="452120" y="637921"/>
                    <a:pt x="455930" y="617601"/>
                  </a:cubicBezTo>
                  <a:cubicBezTo>
                    <a:pt x="459740" y="598551"/>
                    <a:pt x="478790" y="578231"/>
                    <a:pt x="492760" y="566801"/>
                  </a:cubicBezTo>
                  <a:cubicBezTo>
                    <a:pt x="505460" y="557911"/>
                    <a:pt x="519430" y="554101"/>
                    <a:pt x="533400" y="552831"/>
                  </a:cubicBezTo>
                  <a:cubicBezTo>
                    <a:pt x="546100" y="551561"/>
                    <a:pt x="562610" y="552831"/>
                    <a:pt x="575310" y="557911"/>
                  </a:cubicBezTo>
                  <a:cubicBezTo>
                    <a:pt x="588010" y="562991"/>
                    <a:pt x="600710" y="573151"/>
                    <a:pt x="609600" y="583311"/>
                  </a:cubicBezTo>
                  <a:cubicBezTo>
                    <a:pt x="618490" y="593471"/>
                    <a:pt x="623570" y="599821"/>
                    <a:pt x="628650" y="621411"/>
                  </a:cubicBezTo>
                  <a:cubicBezTo>
                    <a:pt x="646430" y="695071"/>
                    <a:pt x="607060" y="1025271"/>
                    <a:pt x="631190" y="1153541"/>
                  </a:cubicBezTo>
                  <a:cubicBezTo>
                    <a:pt x="645160" y="1228471"/>
                    <a:pt x="681990" y="1250061"/>
                    <a:pt x="697230" y="1324991"/>
                  </a:cubicBezTo>
                  <a:cubicBezTo>
                    <a:pt x="725170" y="1459611"/>
                    <a:pt x="745490" y="1815211"/>
                    <a:pt x="720090" y="1901571"/>
                  </a:cubicBezTo>
                  <a:cubicBezTo>
                    <a:pt x="711200" y="1930781"/>
                    <a:pt x="698500" y="1943481"/>
                    <a:pt x="684530" y="1953641"/>
                  </a:cubicBezTo>
                  <a:cubicBezTo>
                    <a:pt x="671830" y="1963801"/>
                    <a:pt x="657860" y="1967611"/>
                    <a:pt x="643890" y="1968881"/>
                  </a:cubicBezTo>
                  <a:cubicBezTo>
                    <a:pt x="629920" y="1971421"/>
                    <a:pt x="614680" y="1970151"/>
                    <a:pt x="601980" y="1963801"/>
                  </a:cubicBezTo>
                  <a:cubicBezTo>
                    <a:pt x="584200" y="1956181"/>
                    <a:pt x="563880" y="1937131"/>
                    <a:pt x="553720" y="1921891"/>
                  </a:cubicBezTo>
                  <a:cubicBezTo>
                    <a:pt x="546100" y="1909191"/>
                    <a:pt x="551180" y="1895221"/>
                    <a:pt x="543560" y="1879981"/>
                  </a:cubicBezTo>
                  <a:cubicBezTo>
                    <a:pt x="532130" y="1857121"/>
                    <a:pt x="497840" y="1831721"/>
                    <a:pt x="482600" y="1802511"/>
                  </a:cubicBezTo>
                  <a:cubicBezTo>
                    <a:pt x="467360" y="1772031"/>
                    <a:pt x="461010" y="1736471"/>
                    <a:pt x="454660" y="1697101"/>
                  </a:cubicBezTo>
                  <a:cubicBezTo>
                    <a:pt x="448310" y="1647571"/>
                    <a:pt x="464820" y="1578991"/>
                    <a:pt x="453390" y="1528191"/>
                  </a:cubicBezTo>
                  <a:cubicBezTo>
                    <a:pt x="441960" y="1479931"/>
                    <a:pt x="400050" y="1429131"/>
                    <a:pt x="391160" y="1397381"/>
                  </a:cubicBezTo>
                  <a:cubicBezTo>
                    <a:pt x="386080" y="1379601"/>
                    <a:pt x="384810" y="1368171"/>
                    <a:pt x="387350" y="1354201"/>
                  </a:cubicBezTo>
                  <a:cubicBezTo>
                    <a:pt x="388620" y="1340231"/>
                    <a:pt x="393700" y="1326261"/>
                    <a:pt x="402590" y="1314831"/>
                  </a:cubicBezTo>
                  <a:cubicBezTo>
                    <a:pt x="414020" y="1300861"/>
                    <a:pt x="438150" y="1284351"/>
                    <a:pt x="455930" y="1279271"/>
                  </a:cubicBezTo>
                  <a:cubicBezTo>
                    <a:pt x="469900" y="1275461"/>
                    <a:pt x="483870" y="1275461"/>
                    <a:pt x="499110" y="1279271"/>
                  </a:cubicBezTo>
                  <a:cubicBezTo>
                    <a:pt x="515620" y="1285621"/>
                    <a:pt x="538480" y="1295781"/>
                    <a:pt x="549910" y="1316101"/>
                  </a:cubicBezTo>
                  <a:cubicBezTo>
                    <a:pt x="571500" y="1354201"/>
                    <a:pt x="548640" y="1460881"/>
                    <a:pt x="562610" y="1510411"/>
                  </a:cubicBezTo>
                  <a:cubicBezTo>
                    <a:pt x="571500" y="1545971"/>
                    <a:pt x="594360" y="1561211"/>
                    <a:pt x="605790" y="1594231"/>
                  </a:cubicBezTo>
                  <a:cubicBezTo>
                    <a:pt x="621030" y="1638681"/>
                    <a:pt x="621030" y="1713611"/>
                    <a:pt x="636270" y="1755521"/>
                  </a:cubicBezTo>
                  <a:cubicBezTo>
                    <a:pt x="646430" y="1784731"/>
                    <a:pt x="665480" y="1792351"/>
                    <a:pt x="674370" y="1825371"/>
                  </a:cubicBezTo>
                  <a:cubicBezTo>
                    <a:pt x="693420" y="1896491"/>
                    <a:pt x="668020" y="2097151"/>
                    <a:pt x="676910" y="2172081"/>
                  </a:cubicBezTo>
                  <a:cubicBezTo>
                    <a:pt x="681990" y="2210181"/>
                    <a:pt x="692150" y="2217801"/>
                    <a:pt x="697230" y="2257171"/>
                  </a:cubicBezTo>
                  <a:cubicBezTo>
                    <a:pt x="708660" y="2346071"/>
                    <a:pt x="690880" y="2555621"/>
                    <a:pt x="699770" y="2695321"/>
                  </a:cubicBezTo>
                  <a:cubicBezTo>
                    <a:pt x="707390" y="2822321"/>
                    <a:pt x="736600" y="2932811"/>
                    <a:pt x="744220" y="3061081"/>
                  </a:cubicBezTo>
                  <a:cubicBezTo>
                    <a:pt x="753110" y="3204591"/>
                    <a:pt x="765810" y="3423031"/>
                    <a:pt x="745490" y="3517011"/>
                  </a:cubicBezTo>
                  <a:cubicBezTo>
                    <a:pt x="735330" y="3562731"/>
                    <a:pt x="720090" y="3585591"/>
                    <a:pt x="702310" y="3613531"/>
                  </a:cubicBezTo>
                  <a:cubicBezTo>
                    <a:pt x="684530" y="3638931"/>
                    <a:pt x="665480" y="3666871"/>
                    <a:pt x="637540" y="3678301"/>
                  </a:cubicBezTo>
                  <a:cubicBezTo>
                    <a:pt x="603250" y="3691001"/>
                    <a:pt x="542290" y="3687191"/>
                    <a:pt x="506730" y="3675761"/>
                  </a:cubicBezTo>
                  <a:cubicBezTo>
                    <a:pt x="480060" y="3666871"/>
                    <a:pt x="458470" y="3650361"/>
                    <a:pt x="441960" y="3628771"/>
                  </a:cubicBezTo>
                  <a:cubicBezTo>
                    <a:pt x="425450" y="3605911"/>
                    <a:pt x="417830" y="3577971"/>
                    <a:pt x="410210" y="3539871"/>
                  </a:cubicBezTo>
                  <a:cubicBezTo>
                    <a:pt x="398780" y="3476371"/>
                    <a:pt x="396240" y="3359531"/>
                    <a:pt x="407670" y="3278251"/>
                  </a:cubicBezTo>
                  <a:cubicBezTo>
                    <a:pt x="417830" y="3205861"/>
                    <a:pt x="463550" y="3132201"/>
                    <a:pt x="467360" y="3077591"/>
                  </a:cubicBezTo>
                  <a:cubicBezTo>
                    <a:pt x="469900" y="3039491"/>
                    <a:pt x="439420" y="3001391"/>
                    <a:pt x="453390" y="2982341"/>
                  </a:cubicBezTo>
                  <a:cubicBezTo>
                    <a:pt x="466090" y="2963291"/>
                    <a:pt x="529590" y="2953131"/>
                    <a:pt x="548640" y="2965831"/>
                  </a:cubicBezTo>
                  <a:cubicBezTo>
                    <a:pt x="565150" y="2977261"/>
                    <a:pt x="561340" y="3014091"/>
                    <a:pt x="562610" y="3049651"/>
                  </a:cubicBezTo>
                  <a:cubicBezTo>
                    <a:pt x="567690" y="3113151"/>
                    <a:pt x="570230" y="3265551"/>
                    <a:pt x="552450" y="3308731"/>
                  </a:cubicBezTo>
                  <a:cubicBezTo>
                    <a:pt x="544830" y="3326511"/>
                    <a:pt x="537210" y="3332861"/>
                    <a:pt x="524510" y="3340481"/>
                  </a:cubicBezTo>
                  <a:cubicBezTo>
                    <a:pt x="509270" y="3349371"/>
                    <a:pt x="482600" y="3356991"/>
                    <a:pt x="463550" y="3355721"/>
                  </a:cubicBezTo>
                  <a:cubicBezTo>
                    <a:pt x="443230" y="3353181"/>
                    <a:pt x="420370" y="3340481"/>
                    <a:pt x="407670" y="3326511"/>
                  </a:cubicBezTo>
                  <a:cubicBezTo>
                    <a:pt x="394970" y="3311271"/>
                    <a:pt x="389890" y="3294761"/>
                    <a:pt x="384810" y="3266821"/>
                  </a:cubicBezTo>
                  <a:cubicBezTo>
                    <a:pt x="374650" y="3212211"/>
                    <a:pt x="373380" y="3075051"/>
                    <a:pt x="384810" y="3005201"/>
                  </a:cubicBezTo>
                  <a:cubicBezTo>
                    <a:pt x="393700" y="2956941"/>
                    <a:pt x="425450" y="2923921"/>
                    <a:pt x="427990" y="2887091"/>
                  </a:cubicBezTo>
                  <a:cubicBezTo>
                    <a:pt x="430530" y="2855341"/>
                    <a:pt x="412750" y="2840101"/>
                    <a:pt x="407670" y="2796921"/>
                  </a:cubicBezTo>
                  <a:cubicBezTo>
                    <a:pt x="396240" y="2695321"/>
                    <a:pt x="420370" y="2376551"/>
                    <a:pt x="407670" y="2278761"/>
                  </a:cubicBezTo>
                  <a:cubicBezTo>
                    <a:pt x="403860" y="2238121"/>
                    <a:pt x="392430" y="2234311"/>
                    <a:pt x="387350" y="2194941"/>
                  </a:cubicBezTo>
                  <a:cubicBezTo>
                    <a:pt x="375920" y="2103501"/>
                    <a:pt x="394970" y="1811401"/>
                    <a:pt x="384810" y="1732661"/>
                  </a:cubicBezTo>
                  <a:cubicBezTo>
                    <a:pt x="382270" y="1704721"/>
                    <a:pt x="370840" y="1695831"/>
                    <a:pt x="372110" y="1676781"/>
                  </a:cubicBezTo>
                  <a:cubicBezTo>
                    <a:pt x="373380" y="1657731"/>
                    <a:pt x="381000" y="1632331"/>
                    <a:pt x="394970" y="1618361"/>
                  </a:cubicBezTo>
                  <a:cubicBezTo>
                    <a:pt x="407670" y="1603121"/>
                    <a:pt x="430530" y="1591691"/>
                    <a:pt x="450850" y="1589151"/>
                  </a:cubicBezTo>
                  <a:cubicBezTo>
                    <a:pt x="469900" y="1586611"/>
                    <a:pt x="495300" y="1592961"/>
                    <a:pt x="511810" y="1604391"/>
                  </a:cubicBezTo>
                  <a:cubicBezTo>
                    <a:pt x="527050" y="1615821"/>
                    <a:pt x="542290" y="1641221"/>
                    <a:pt x="547370" y="1656461"/>
                  </a:cubicBezTo>
                  <a:cubicBezTo>
                    <a:pt x="549910" y="1664081"/>
                    <a:pt x="552450" y="1667891"/>
                    <a:pt x="549910" y="1676781"/>
                  </a:cubicBezTo>
                  <a:cubicBezTo>
                    <a:pt x="542290" y="1698371"/>
                    <a:pt x="504190" y="1739011"/>
                    <a:pt x="463550" y="1774571"/>
                  </a:cubicBezTo>
                  <a:cubicBezTo>
                    <a:pt x="396240" y="1835531"/>
                    <a:pt x="234950" y="1949831"/>
                    <a:pt x="160020" y="1982851"/>
                  </a:cubicBezTo>
                  <a:cubicBezTo>
                    <a:pt x="123190" y="2000631"/>
                    <a:pt x="92710" y="2009521"/>
                    <a:pt x="68580" y="2005711"/>
                  </a:cubicBezTo>
                  <a:cubicBezTo>
                    <a:pt x="48260" y="2001901"/>
                    <a:pt x="31750" y="1989201"/>
                    <a:pt x="20320" y="1976501"/>
                  </a:cubicBezTo>
                  <a:cubicBezTo>
                    <a:pt x="8890" y="1962531"/>
                    <a:pt x="0" y="1943481"/>
                    <a:pt x="0" y="1924431"/>
                  </a:cubicBezTo>
                  <a:cubicBezTo>
                    <a:pt x="1270" y="1901571"/>
                    <a:pt x="17780" y="1864741"/>
                    <a:pt x="35560" y="1849501"/>
                  </a:cubicBezTo>
                  <a:cubicBezTo>
                    <a:pt x="49530" y="1838071"/>
                    <a:pt x="69850" y="1832991"/>
                    <a:pt x="87630" y="1832991"/>
                  </a:cubicBezTo>
                  <a:cubicBezTo>
                    <a:pt x="105410" y="1832991"/>
                    <a:pt x="127000" y="1838071"/>
                    <a:pt x="140970" y="1850771"/>
                  </a:cubicBezTo>
                  <a:cubicBezTo>
                    <a:pt x="157480" y="1866011"/>
                    <a:pt x="176530" y="1901571"/>
                    <a:pt x="175260" y="1925701"/>
                  </a:cubicBezTo>
                  <a:cubicBezTo>
                    <a:pt x="173990" y="1949831"/>
                    <a:pt x="151130" y="1982851"/>
                    <a:pt x="132080" y="1995551"/>
                  </a:cubicBezTo>
                  <a:cubicBezTo>
                    <a:pt x="116840" y="2005711"/>
                    <a:pt x="95250" y="2009521"/>
                    <a:pt x="77470" y="2006981"/>
                  </a:cubicBezTo>
                  <a:cubicBezTo>
                    <a:pt x="59690" y="2004441"/>
                    <a:pt x="39370" y="1996821"/>
                    <a:pt x="26670" y="1982851"/>
                  </a:cubicBezTo>
                  <a:cubicBezTo>
                    <a:pt x="11430" y="1966341"/>
                    <a:pt x="-1270" y="1928241"/>
                    <a:pt x="1270" y="1905381"/>
                  </a:cubicBezTo>
                  <a:cubicBezTo>
                    <a:pt x="2540" y="1886331"/>
                    <a:pt x="10160" y="1876171"/>
                    <a:pt x="27940" y="1855851"/>
                  </a:cubicBezTo>
                  <a:cubicBezTo>
                    <a:pt x="80010" y="1799971"/>
                    <a:pt x="401320" y="1590421"/>
                    <a:pt x="416560" y="1604391"/>
                  </a:cubicBezTo>
                  <a:cubicBezTo>
                    <a:pt x="422910" y="1610741"/>
                    <a:pt x="375920" y="1678051"/>
                    <a:pt x="372110" y="1676781"/>
                  </a:cubicBezTo>
                  <a:cubicBezTo>
                    <a:pt x="369570" y="1675511"/>
                    <a:pt x="374650" y="1648841"/>
                    <a:pt x="382270" y="1636141"/>
                  </a:cubicBezTo>
                  <a:cubicBezTo>
                    <a:pt x="391160" y="1620901"/>
                    <a:pt x="411480" y="1600581"/>
                    <a:pt x="429260" y="1594231"/>
                  </a:cubicBezTo>
                  <a:cubicBezTo>
                    <a:pt x="448310" y="1586611"/>
                    <a:pt x="474980" y="1589151"/>
                    <a:pt x="492760" y="1594231"/>
                  </a:cubicBezTo>
                  <a:cubicBezTo>
                    <a:pt x="506730" y="1598041"/>
                    <a:pt x="518160" y="1608201"/>
                    <a:pt x="527050" y="1618361"/>
                  </a:cubicBezTo>
                  <a:cubicBezTo>
                    <a:pt x="535940" y="1628521"/>
                    <a:pt x="541020" y="1642491"/>
                    <a:pt x="547370" y="1656461"/>
                  </a:cubicBezTo>
                  <a:cubicBezTo>
                    <a:pt x="553720" y="1671701"/>
                    <a:pt x="558800" y="1683131"/>
                    <a:pt x="562610" y="1709801"/>
                  </a:cubicBezTo>
                  <a:cubicBezTo>
                    <a:pt x="571500" y="1775841"/>
                    <a:pt x="572770" y="1994281"/>
                    <a:pt x="562610" y="2073021"/>
                  </a:cubicBezTo>
                  <a:cubicBezTo>
                    <a:pt x="558800" y="2112391"/>
                    <a:pt x="541020" y="2128901"/>
                    <a:pt x="542290" y="2159381"/>
                  </a:cubicBezTo>
                  <a:cubicBezTo>
                    <a:pt x="544830" y="2196211"/>
                    <a:pt x="575310" y="2221611"/>
                    <a:pt x="585470" y="2278761"/>
                  </a:cubicBezTo>
                  <a:cubicBezTo>
                    <a:pt x="607060" y="2407031"/>
                    <a:pt x="596900" y="2809621"/>
                    <a:pt x="582930" y="2922651"/>
                  </a:cubicBezTo>
                  <a:cubicBezTo>
                    <a:pt x="577850" y="2963291"/>
                    <a:pt x="567690" y="2969641"/>
                    <a:pt x="562610" y="3005201"/>
                  </a:cubicBezTo>
                  <a:cubicBezTo>
                    <a:pt x="554990" y="3067431"/>
                    <a:pt x="572770" y="3212211"/>
                    <a:pt x="562610" y="3266821"/>
                  </a:cubicBezTo>
                  <a:cubicBezTo>
                    <a:pt x="557530" y="3294761"/>
                    <a:pt x="553720" y="3311271"/>
                    <a:pt x="539750" y="3326511"/>
                  </a:cubicBezTo>
                  <a:cubicBezTo>
                    <a:pt x="527050" y="3340481"/>
                    <a:pt x="504190" y="3353181"/>
                    <a:pt x="485140" y="3355721"/>
                  </a:cubicBezTo>
                  <a:cubicBezTo>
                    <a:pt x="464820" y="3356991"/>
                    <a:pt x="439420" y="3349371"/>
                    <a:pt x="424180" y="3340481"/>
                  </a:cubicBezTo>
                  <a:cubicBezTo>
                    <a:pt x="411480" y="3332861"/>
                    <a:pt x="401320" y="3320161"/>
                    <a:pt x="394970" y="3308731"/>
                  </a:cubicBezTo>
                  <a:cubicBezTo>
                    <a:pt x="388620" y="3296031"/>
                    <a:pt x="387350" y="3288411"/>
                    <a:pt x="384810" y="3266821"/>
                  </a:cubicBezTo>
                  <a:cubicBezTo>
                    <a:pt x="378460" y="3208401"/>
                    <a:pt x="364490" y="2996311"/>
                    <a:pt x="394970" y="2922651"/>
                  </a:cubicBezTo>
                  <a:cubicBezTo>
                    <a:pt x="411480" y="2879471"/>
                    <a:pt x="439420" y="2843911"/>
                    <a:pt x="472440" y="2836291"/>
                  </a:cubicBezTo>
                  <a:cubicBezTo>
                    <a:pt x="510540" y="2826131"/>
                    <a:pt x="589280" y="2848991"/>
                    <a:pt x="617220" y="2885821"/>
                  </a:cubicBezTo>
                  <a:cubicBezTo>
                    <a:pt x="647700" y="2926461"/>
                    <a:pt x="633730" y="3019171"/>
                    <a:pt x="628650" y="3085211"/>
                  </a:cubicBezTo>
                  <a:cubicBezTo>
                    <a:pt x="623570" y="3149981"/>
                    <a:pt x="593090" y="3214751"/>
                    <a:pt x="586740" y="3278251"/>
                  </a:cubicBezTo>
                  <a:cubicBezTo>
                    <a:pt x="579120" y="3339211"/>
                    <a:pt x="595630" y="3411601"/>
                    <a:pt x="586740" y="3458591"/>
                  </a:cubicBezTo>
                  <a:cubicBezTo>
                    <a:pt x="580390" y="3491611"/>
                    <a:pt x="556260" y="3538601"/>
                    <a:pt x="552450" y="3538601"/>
                  </a:cubicBezTo>
                  <a:cubicBezTo>
                    <a:pt x="549910" y="3537331"/>
                    <a:pt x="563880" y="3489071"/>
                    <a:pt x="566420" y="3449701"/>
                  </a:cubicBezTo>
                  <a:cubicBezTo>
                    <a:pt x="572770" y="3369691"/>
                    <a:pt x="572770" y="3184271"/>
                    <a:pt x="566420" y="3086481"/>
                  </a:cubicBezTo>
                  <a:cubicBezTo>
                    <a:pt x="562610" y="3019171"/>
                    <a:pt x="547370" y="2967101"/>
                    <a:pt x="543560" y="2916301"/>
                  </a:cubicBezTo>
                  <a:cubicBezTo>
                    <a:pt x="542290" y="2876931"/>
                    <a:pt x="548640" y="2846451"/>
                    <a:pt x="546100" y="2809621"/>
                  </a:cubicBezTo>
                  <a:cubicBezTo>
                    <a:pt x="542290" y="2771521"/>
                    <a:pt x="527050" y="2743581"/>
                    <a:pt x="520700" y="2695321"/>
                  </a:cubicBezTo>
                  <a:cubicBezTo>
                    <a:pt x="511810" y="2608961"/>
                    <a:pt x="527050" y="2440051"/>
                    <a:pt x="520700" y="2335911"/>
                  </a:cubicBezTo>
                  <a:cubicBezTo>
                    <a:pt x="516890" y="2254631"/>
                    <a:pt x="501650" y="2188591"/>
                    <a:pt x="497840" y="2121281"/>
                  </a:cubicBezTo>
                  <a:cubicBezTo>
                    <a:pt x="495300" y="2060321"/>
                    <a:pt x="491490" y="1995551"/>
                    <a:pt x="497840" y="1948561"/>
                  </a:cubicBezTo>
                  <a:cubicBezTo>
                    <a:pt x="502920" y="1915541"/>
                    <a:pt x="525780" y="1893951"/>
                    <a:pt x="521970" y="1866011"/>
                  </a:cubicBezTo>
                  <a:cubicBezTo>
                    <a:pt x="518160" y="1835531"/>
                    <a:pt x="483870" y="1815211"/>
                    <a:pt x="466090" y="1774571"/>
                  </a:cubicBezTo>
                  <a:cubicBezTo>
                    <a:pt x="436880" y="1707261"/>
                    <a:pt x="394970" y="1572641"/>
                    <a:pt x="384810" y="1493901"/>
                  </a:cubicBezTo>
                  <a:cubicBezTo>
                    <a:pt x="377190" y="1440561"/>
                    <a:pt x="381000" y="1385951"/>
                    <a:pt x="387350" y="1354201"/>
                  </a:cubicBezTo>
                  <a:cubicBezTo>
                    <a:pt x="391160" y="1336421"/>
                    <a:pt x="393700" y="1326261"/>
                    <a:pt x="402590" y="1314831"/>
                  </a:cubicBezTo>
                  <a:cubicBezTo>
                    <a:pt x="414020" y="1300861"/>
                    <a:pt x="436880" y="1283081"/>
                    <a:pt x="455930" y="1279271"/>
                  </a:cubicBezTo>
                  <a:cubicBezTo>
                    <a:pt x="474980" y="1274191"/>
                    <a:pt x="501650" y="1280541"/>
                    <a:pt x="518160" y="1288161"/>
                  </a:cubicBezTo>
                  <a:cubicBezTo>
                    <a:pt x="532130" y="1294511"/>
                    <a:pt x="543560" y="1307211"/>
                    <a:pt x="549910" y="1316101"/>
                  </a:cubicBezTo>
                  <a:cubicBezTo>
                    <a:pt x="554990" y="1323721"/>
                    <a:pt x="562610" y="1332611"/>
                    <a:pt x="560070" y="1336421"/>
                  </a:cubicBezTo>
                  <a:cubicBezTo>
                    <a:pt x="558800" y="1338961"/>
                    <a:pt x="542290" y="1331341"/>
                    <a:pt x="538480" y="1336421"/>
                  </a:cubicBezTo>
                  <a:cubicBezTo>
                    <a:pt x="530860" y="1351661"/>
                    <a:pt x="617220" y="1445641"/>
                    <a:pt x="631190" y="1505331"/>
                  </a:cubicBezTo>
                  <a:cubicBezTo>
                    <a:pt x="646430" y="1562481"/>
                    <a:pt x="622300" y="1633601"/>
                    <a:pt x="629920" y="1688211"/>
                  </a:cubicBezTo>
                  <a:cubicBezTo>
                    <a:pt x="636270" y="1735201"/>
                    <a:pt x="650240" y="1779651"/>
                    <a:pt x="668020" y="1813941"/>
                  </a:cubicBezTo>
                  <a:cubicBezTo>
                    <a:pt x="683260" y="1840611"/>
                    <a:pt x="718820" y="1857121"/>
                    <a:pt x="722630" y="1879981"/>
                  </a:cubicBezTo>
                  <a:cubicBezTo>
                    <a:pt x="725170" y="1900301"/>
                    <a:pt x="713740" y="1924431"/>
                    <a:pt x="699770" y="1939671"/>
                  </a:cubicBezTo>
                  <a:cubicBezTo>
                    <a:pt x="687070" y="1954911"/>
                    <a:pt x="662940" y="1966341"/>
                    <a:pt x="643890" y="1968881"/>
                  </a:cubicBezTo>
                  <a:cubicBezTo>
                    <a:pt x="624840" y="1971421"/>
                    <a:pt x="598170" y="1965071"/>
                    <a:pt x="582930" y="1953641"/>
                  </a:cubicBezTo>
                  <a:cubicBezTo>
                    <a:pt x="566420" y="1943481"/>
                    <a:pt x="553720" y="1923161"/>
                    <a:pt x="546100" y="1901571"/>
                  </a:cubicBezTo>
                  <a:cubicBezTo>
                    <a:pt x="538480" y="1877441"/>
                    <a:pt x="541020" y="1841881"/>
                    <a:pt x="543560" y="1812671"/>
                  </a:cubicBezTo>
                  <a:cubicBezTo>
                    <a:pt x="546100" y="1783461"/>
                    <a:pt x="566420" y="1756791"/>
                    <a:pt x="563880" y="1726311"/>
                  </a:cubicBezTo>
                  <a:cubicBezTo>
                    <a:pt x="562610" y="1689481"/>
                    <a:pt x="528320" y="1651381"/>
                    <a:pt x="520700" y="1608201"/>
                  </a:cubicBezTo>
                  <a:cubicBezTo>
                    <a:pt x="511810" y="1557401"/>
                    <a:pt x="514350" y="1483741"/>
                    <a:pt x="520700" y="1439291"/>
                  </a:cubicBezTo>
                  <a:cubicBezTo>
                    <a:pt x="525780" y="1408811"/>
                    <a:pt x="544830" y="1394841"/>
                    <a:pt x="543560" y="1364361"/>
                  </a:cubicBezTo>
                  <a:cubicBezTo>
                    <a:pt x="541020" y="1312291"/>
                    <a:pt x="471170" y="1241171"/>
                    <a:pt x="453390" y="1153541"/>
                  </a:cubicBezTo>
                  <a:cubicBezTo>
                    <a:pt x="425450" y="1021461"/>
                    <a:pt x="443230" y="714121"/>
                    <a:pt x="453390" y="639191"/>
                  </a:cubicBezTo>
                  <a:cubicBezTo>
                    <a:pt x="455930" y="617601"/>
                    <a:pt x="457200" y="609981"/>
                    <a:pt x="463550" y="598551"/>
                  </a:cubicBezTo>
                  <a:cubicBezTo>
                    <a:pt x="471170" y="585851"/>
                    <a:pt x="480060" y="574421"/>
                    <a:pt x="492760" y="566801"/>
                  </a:cubicBezTo>
                  <a:cubicBezTo>
                    <a:pt x="508000" y="557911"/>
                    <a:pt x="534670" y="550291"/>
                    <a:pt x="554990" y="552831"/>
                  </a:cubicBezTo>
                  <a:cubicBezTo>
                    <a:pt x="574040" y="555371"/>
                    <a:pt x="596900" y="568071"/>
                    <a:pt x="609600" y="583311"/>
                  </a:cubicBezTo>
                  <a:cubicBezTo>
                    <a:pt x="622300" y="598551"/>
                    <a:pt x="627380" y="613791"/>
                    <a:pt x="631190" y="643001"/>
                  </a:cubicBezTo>
                  <a:cubicBezTo>
                    <a:pt x="638810" y="711581"/>
                    <a:pt x="577850" y="913511"/>
                    <a:pt x="588010" y="999871"/>
                  </a:cubicBezTo>
                  <a:cubicBezTo>
                    <a:pt x="594360" y="1050671"/>
                    <a:pt x="628650" y="1082421"/>
                    <a:pt x="631190" y="1117981"/>
                  </a:cubicBezTo>
                  <a:cubicBezTo>
                    <a:pt x="633730" y="1145921"/>
                    <a:pt x="632460" y="1178941"/>
                    <a:pt x="615950" y="1192911"/>
                  </a:cubicBezTo>
                  <a:cubicBezTo>
                    <a:pt x="598170" y="1208151"/>
                    <a:pt x="542290" y="1218311"/>
                    <a:pt x="521970" y="1197991"/>
                  </a:cubicBezTo>
                  <a:cubicBezTo>
                    <a:pt x="481330" y="1159891"/>
                    <a:pt x="546100" y="930021"/>
                    <a:pt x="523240" y="834771"/>
                  </a:cubicBezTo>
                  <a:cubicBezTo>
                    <a:pt x="505460" y="767461"/>
                    <a:pt x="453390" y="721741"/>
                    <a:pt x="434340" y="672211"/>
                  </a:cubicBezTo>
                  <a:cubicBezTo>
                    <a:pt x="420370" y="632841"/>
                    <a:pt x="415290" y="606171"/>
                    <a:pt x="411480" y="561721"/>
                  </a:cubicBezTo>
                  <a:cubicBezTo>
                    <a:pt x="405130" y="493141"/>
                    <a:pt x="398780" y="361061"/>
                    <a:pt x="417830" y="298831"/>
                  </a:cubicBezTo>
                  <a:cubicBezTo>
                    <a:pt x="429260" y="262001"/>
                    <a:pt x="445770" y="248031"/>
                    <a:pt x="472440" y="216281"/>
                  </a:cubicBezTo>
                  <a:cubicBezTo>
                    <a:pt x="518160" y="160401"/>
                    <a:pt x="632460" y="37211"/>
                    <a:pt x="683260" y="11811"/>
                  </a:cubicBezTo>
                  <a:cubicBezTo>
                    <a:pt x="706120" y="381"/>
                    <a:pt x="721360" y="-2159"/>
                    <a:pt x="737870" y="1651"/>
                  </a:cubicBezTo>
                  <a:cubicBezTo>
                    <a:pt x="755650" y="4191"/>
                    <a:pt x="774700" y="16891"/>
                    <a:pt x="786130" y="29591"/>
                  </a:cubicBezTo>
                  <a:cubicBezTo>
                    <a:pt x="796290" y="43561"/>
                    <a:pt x="803910" y="66421"/>
                    <a:pt x="802640" y="82931"/>
                  </a:cubicBezTo>
                  <a:cubicBezTo>
                    <a:pt x="801370" y="100711"/>
                    <a:pt x="779780" y="133731"/>
                    <a:pt x="779780" y="133731"/>
                  </a:cubicBezTo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</p:grpSp>
      <p:sp>
        <p:nvSpPr>
          <p:cNvPr name="Freeform 5" id="5"/>
          <p:cNvSpPr/>
          <p:nvPr/>
        </p:nvSpPr>
        <p:spPr>
          <a:xfrm flipH="false" flipV="false" rot="0">
            <a:off x="1028700" y="1559246"/>
            <a:ext cx="8965826" cy="5848801"/>
          </a:xfrm>
          <a:custGeom>
            <a:avLst/>
            <a:gdLst/>
            <a:ahLst/>
            <a:cxnLst/>
            <a:rect r="r" b="b" t="t" l="l"/>
            <a:pathLst>
              <a:path h="5848801" w="8965826">
                <a:moveTo>
                  <a:pt x="0" y="0"/>
                </a:moveTo>
                <a:lnTo>
                  <a:pt x="8965826" y="0"/>
                </a:lnTo>
                <a:lnTo>
                  <a:pt x="8965826" y="5848800"/>
                </a:lnTo>
                <a:lnTo>
                  <a:pt x="0" y="58488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  <a:ln w="19050" cap="sq">
            <a:solidFill>
              <a:srgbClr val="000000"/>
            </a:solidFill>
            <a:prstDash val="solid"/>
            <a:miter/>
          </a:ln>
        </p:spPr>
      </p:sp>
      <p:sp>
        <p:nvSpPr>
          <p:cNvPr name="Freeform 6" id="6"/>
          <p:cNvSpPr/>
          <p:nvPr/>
        </p:nvSpPr>
        <p:spPr>
          <a:xfrm flipH="false" flipV="false" rot="0">
            <a:off x="10584786" y="1786600"/>
            <a:ext cx="1261814" cy="1133057"/>
          </a:xfrm>
          <a:custGeom>
            <a:avLst/>
            <a:gdLst/>
            <a:ahLst/>
            <a:cxnLst/>
            <a:rect r="r" b="b" t="t" l="l"/>
            <a:pathLst>
              <a:path h="1133057" w="1261814">
                <a:moveTo>
                  <a:pt x="0" y="0"/>
                </a:moveTo>
                <a:lnTo>
                  <a:pt x="1261814" y="0"/>
                </a:lnTo>
                <a:lnTo>
                  <a:pt x="1261814" y="1133058"/>
                </a:lnTo>
                <a:lnTo>
                  <a:pt x="0" y="113305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0401990" y="1753742"/>
            <a:ext cx="7520440" cy="3968570"/>
          </a:xfrm>
          <a:custGeom>
            <a:avLst/>
            <a:gdLst/>
            <a:ahLst/>
            <a:cxnLst/>
            <a:rect r="r" b="b" t="t" l="l"/>
            <a:pathLst>
              <a:path h="3968570" w="7520440">
                <a:moveTo>
                  <a:pt x="0" y="0"/>
                </a:moveTo>
                <a:lnTo>
                  <a:pt x="7520440" y="0"/>
                </a:lnTo>
                <a:lnTo>
                  <a:pt x="7520440" y="3968570"/>
                </a:lnTo>
                <a:lnTo>
                  <a:pt x="0" y="396857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-986" t="-3219" r="-1411" b="-2976"/>
            </a:stretch>
          </a:blipFill>
          <a:ln w="19050" cap="sq">
            <a:solidFill>
              <a:srgbClr val="000000"/>
            </a:solidFill>
            <a:prstDash val="solid"/>
            <a:miter/>
          </a:ln>
        </p:spPr>
      </p:sp>
      <p:sp>
        <p:nvSpPr>
          <p:cNvPr name="Freeform 8" id="8"/>
          <p:cNvSpPr/>
          <p:nvPr/>
        </p:nvSpPr>
        <p:spPr>
          <a:xfrm flipH="false" flipV="false" rot="0">
            <a:off x="10513182" y="1874463"/>
            <a:ext cx="1769169" cy="1316083"/>
          </a:xfrm>
          <a:custGeom>
            <a:avLst/>
            <a:gdLst/>
            <a:ahLst/>
            <a:cxnLst/>
            <a:rect r="r" b="b" t="t" l="l"/>
            <a:pathLst>
              <a:path h="1316083" w="1769169">
                <a:moveTo>
                  <a:pt x="0" y="0"/>
                </a:moveTo>
                <a:lnTo>
                  <a:pt x="1769169" y="0"/>
                </a:lnTo>
                <a:lnTo>
                  <a:pt x="1769169" y="1316083"/>
                </a:lnTo>
                <a:lnTo>
                  <a:pt x="0" y="131608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-14111" t="0" r="-24253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2426632" y="1993656"/>
            <a:ext cx="2000815" cy="786815"/>
          </a:xfrm>
          <a:custGeom>
            <a:avLst/>
            <a:gdLst/>
            <a:ahLst/>
            <a:cxnLst/>
            <a:rect r="r" b="b" t="t" l="l"/>
            <a:pathLst>
              <a:path h="786815" w="2000815">
                <a:moveTo>
                  <a:pt x="0" y="0"/>
                </a:moveTo>
                <a:lnTo>
                  <a:pt x="2000815" y="0"/>
                </a:lnTo>
                <a:lnTo>
                  <a:pt x="2000815" y="786815"/>
                </a:lnTo>
                <a:lnTo>
                  <a:pt x="0" y="78681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-75792" r="0" b="-78499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6322676" y="1786600"/>
            <a:ext cx="1615834" cy="1615834"/>
          </a:xfrm>
          <a:custGeom>
            <a:avLst/>
            <a:gdLst/>
            <a:ahLst/>
            <a:cxnLst/>
            <a:rect r="r" b="b" t="t" l="l"/>
            <a:pathLst>
              <a:path h="1615834" w="1615834">
                <a:moveTo>
                  <a:pt x="0" y="0"/>
                </a:moveTo>
                <a:lnTo>
                  <a:pt x="1615834" y="0"/>
                </a:lnTo>
                <a:lnTo>
                  <a:pt x="1615834" y="1615835"/>
                </a:lnTo>
                <a:lnTo>
                  <a:pt x="0" y="16158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10584786" y="2948290"/>
            <a:ext cx="2877461" cy="1798413"/>
          </a:xfrm>
          <a:custGeom>
            <a:avLst/>
            <a:gdLst/>
            <a:ahLst/>
            <a:cxnLst/>
            <a:rect r="r" b="b" t="t" l="l"/>
            <a:pathLst>
              <a:path h="1798413" w="2877461">
                <a:moveTo>
                  <a:pt x="0" y="0"/>
                </a:moveTo>
                <a:lnTo>
                  <a:pt x="2877461" y="0"/>
                </a:lnTo>
                <a:lnTo>
                  <a:pt x="2877461" y="1798413"/>
                </a:lnTo>
                <a:lnTo>
                  <a:pt x="0" y="179841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13645224" y="3190546"/>
            <a:ext cx="1958456" cy="1313901"/>
          </a:xfrm>
          <a:custGeom>
            <a:avLst/>
            <a:gdLst/>
            <a:ahLst/>
            <a:cxnLst/>
            <a:rect r="r" b="b" t="t" l="l"/>
            <a:pathLst>
              <a:path h="1313901" w="1958456">
                <a:moveTo>
                  <a:pt x="0" y="0"/>
                </a:moveTo>
                <a:lnTo>
                  <a:pt x="1958456" y="0"/>
                </a:lnTo>
                <a:lnTo>
                  <a:pt x="1958456" y="1313901"/>
                </a:lnTo>
                <a:lnTo>
                  <a:pt x="0" y="1313901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15786657" y="2889070"/>
            <a:ext cx="1857633" cy="1857633"/>
          </a:xfrm>
          <a:custGeom>
            <a:avLst/>
            <a:gdLst/>
            <a:ahLst/>
            <a:cxnLst/>
            <a:rect r="r" b="b" t="t" l="l"/>
            <a:pathLst>
              <a:path h="1857633" w="1857633">
                <a:moveTo>
                  <a:pt x="0" y="0"/>
                </a:moveTo>
                <a:lnTo>
                  <a:pt x="1857633" y="0"/>
                </a:lnTo>
                <a:lnTo>
                  <a:pt x="1857633" y="1857633"/>
                </a:lnTo>
                <a:lnTo>
                  <a:pt x="0" y="185763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12595745" y="4433875"/>
            <a:ext cx="2724135" cy="1109833"/>
          </a:xfrm>
          <a:custGeom>
            <a:avLst/>
            <a:gdLst/>
            <a:ahLst/>
            <a:cxnLst/>
            <a:rect r="r" b="b" t="t" l="l"/>
            <a:pathLst>
              <a:path h="1109833" w="2724135">
                <a:moveTo>
                  <a:pt x="0" y="0"/>
                </a:moveTo>
                <a:lnTo>
                  <a:pt x="2724135" y="0"/>
                </a:lnTo>
                <a:lnTo>
                  <a:pt x="2724135" y="1109833"/>
                </a:lnTo>
                <a:lnTo>
                  <a:pt x="0" y="1109833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-1843" t="-15570" r="-3785" b="-20546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15254789" y="4623219"/>
            <a:ext cx="2618630" cy="731144"/>
          </a:xfrm>
          <a:custGeom>
            <a:avLst/>
            <a:gdLst/>
            <a:ahLst/>
            <a:cxnLst/>
            <a:rect r="r" b="b" t="t" l="l"/>
            <a:pathLst>
              <a:path h="731144" w="2618630">
                <a:moveTo>
                  <a:pt x="0" y="0"/>
                </a:moveTo>
                <a:lnTo>
                  <a:pt x="2618630" y="0"/>
                </a:lnTo>
                <a:lnTo>
                  <a:pt x="2618630" y="731144"/>
                </a:lnTo>
                <a:lnTo>
                  <a:pt x="0" y="731144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 l="0" t="-45721" r="0" b="-55869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427447" y="1874463"/>
            <a:ext cx="2046887" cy="1019552"/>
          </a:xfrm>
          <a:custGeom>
            <a:avLst/>
            <a:gdLst/>
            <a:ahLst/>
            <a:cxnLst/>
            <a:rect r="r" b="b" t="t" l="l"/>
            <a:pathLst>
              <a:path h="1019552" w="2046887">
                <a:moveTo>
                  <a:pt x="0" y="0"/>
                </a:moveTo>
                <a:lnTo>
                  <a:pt x="2046887" y="0"/>
                </a:lnTo>
                <a:lnTo>
                  <a:pt x="2046887" y="1019552"/>
                </a:lnTo>
                <a:lnTo>
                  <a:pt x="0" y="1019552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 l="0" t="-23968" r="0" b="-24003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341886" y="8078391"/>
            <a:ext cx="6171360" cy="2074130"/>
          </a:xfrm>
          <a:custGeom>
            <a:avLst/>
            <a:gdLst/>
            <a:ahLst/>
            <a:cxnLst/>
            <a:rect r="r" b="b" t="t" l="l"/>
            <a:pathLst>
              <a:path h="2074130" w="6171360">
                <a:moveTo>
                  <a:pt x="0" y="0"/>
                </a:moveTo>
                <a:lnTo>
                  <a:pt x="6171360" y="0"/>
                </a:lnTo>
                <a:lnTo>
                  <a:pt x="6171360" y="2074130"/>
                </a:lnTo>
                <a:lnTo>
                  <a:pt x="0" y="2074130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 l="0" t="-32286" r="0" b="-2535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6676906" y="8008801"/>
            <a:ext cx="5970542" cy="1956160"/>
          </a:xfrm>
          <a:custGeom>
            <a:avLst/>
            <a:gdLst/>
            <a:ahLst/>
            <a:cxnLst/>
            <a:rect r="r" b="b" t="t" l="l"/>
            <a:pathLst>
              <a:path h="1956160" w="5970542">
                <a:moveTo>
                  <a:pt x="0" y="0"/>
                </a:moveTo>
                <a:lnTo>
                  <a:pt x="5970542" y="0"/>
                </a:lnTo>
                <a:lnTo>
                  <a:pt x="5970542" y="1956160"/>
                </a:lnTo>
                <a:lnTo>
                  <a:pt x="0" y="1956160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 l="0" t="-21464" r="0" b="-5212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13159333" y="8007271"/>
            <a:ext cx="4856124" cy="1957690"/>
          </a:xfrm>
          <a:custGeom>
            <a:avLst/>
            <a:gdLst/>
            <a:ahLst/>
            <a:cxnLst/>
            <a:rect r="r" b="b" t="t" l="l"/>
            <a:pathLst>
              <a:path h="1957690" w="4856124">
                <a:moveTo>
                  <a:pt x="0" y="0"/>
                </a:moveTo>
                <a:lnTo>
                  <a:pt x="4856123" y="0"/>
                </a:lnTo>
                <a:lnTo>
                  <a:pt x="4856123" y="1957690"/>
                </a:lnTo>
                <a:lnTo>
                  <a:pt x="0" y="195769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 l="0" t="-6286" r="0" b="-5871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16052783" y="114269"/>
            <a:ext cx="2036343" cy="902625"/>
          </a:xfrm>
          <a:custGeom>
            <a:avLst/>
            <a:gdLst/>
            <a:ahLst/>
            <a:cxnLst/>
            <a:rect r="r" b="b" t="t" l="l"/>
            <a:pathLst>
              <a:path h="902625" w="2036343">
                <a:moveTo>
                  <a:pt x="0" y="0"/>
                </a:moveTo>
                <a:lnTo>
                  <a:pt x="2036343" y="0"/>
                </a:lnTo>
                <a:lnTo>
                  <a:pt x="2036343" y="902625"/>
                </a:lnTo>
                <a:lnTo>
                  <a:pt x="0" y="902625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>
              <a:fillRect l="0" t="-1238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0">
            <a:off x="10584786" y="4314496"/>
            <a:ext cx="2062662" cy="1160247"/>
          </a:xfrm>
          <a:custGeom>
            <a:avLst/>
            <a:gdLst/>
            <a:ahLst/>
            <a:cxnLst/>
            <a:rect r="r" b="b" t="t" l="l"/>
            <a:pathLst>
              <a:path h="1160247" w="2062662">
                <a:moveTo>
                  <a:pt x="0" y="0"/>
                </a:moveTo>
                <a:lnTo>
                  <a:pt x="2062662" y="0"/>
                </a:lnTo>
                <a:lnTo>
                  <a:pt x="2062662" y="1160247"/>
                </a:lnTo>
                <a:lnTo>
                  <a:pt x="0" y="1160247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>
              <a:fillRect l="0" t="0" r="0" b="0"/>
            </a:stretch>
          </a:blipFill>
        </p:spPr>
      </p:sp>
      <p:sp>
        <p:nvSpPr>
          <p:cNvPr name="TextBox 22" id="22"/>
          <p:cNvSpPr txBox="true"/>
          <p:nvPr/>
        </p:nvSpPr>
        <p:spPr>
          <a:xfrm rot="0">
            <a:off x="-312493" y="369126"/>
            <a:ext cx="2802446" cy="4075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60"/>
              </a:lnSpc>
              <a:spcBef>
                <a:spcPct val="0"/>
              </a:spcBef>
            </a:pPr>
            <a:r>
              <a:rPr lang="en-US" b="true" sz="2328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BilluSena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925576" y="7528175"/>
            <a:ext cx="3591248" cy="351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32"/>
              </a:lnSpc>
              <a:spcBef>
                <a:spcPct val="0"/>
              </a:spcBef>
            </a:pPr>
            <a:r>
              <a:rPr lang="en-US" b="true" sz="2022" u="sng">
                <a:solidFill>
                  <a:srgbClr val="004AAD"/>
                </a:solidFill>
                <a:latin typeface="Arial Bold"/>
                <a:ea typeface="Arial Bold"/>
                <a:cs typeface="Arial Bold"/>
                <a:sym typeface="Arial Bold"/>
              </a:rPr>
              <a:t>JanSetu Innovation Workflow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5581595" y="-4136"/>
            <a:ext cx="7124810" cy="7575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019"/>
              </a:lnSpc>
              <a:spcBef>
                <a:spcPct val="0"/>
              </a:spcBef>
            </a:pPr>
            <a:r>
              <a:rPr lang="en-US" b="true" sz="4299" u="sng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TECHNICAL APPROACH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4079543" y="7528175"/>
            <a:ext cx="3905765" cy="351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32"/>
              </a:lnSpc>
              <a:spcBef>
                <a:spcPct val="0"/>
              </a:spcBef>
            </a:pPr>
            <a:r>
              <a:rPr lang="en-US" b="true" sz="2022" u="sng">
                <a:solidFill>
                  <a:srgbClr val="004AAD"/>
                </a:solidFill>
                <a:latin typeface="Arial Bold"/>
                <a:ea typeface="Arial Bold"/>
                <a:cs typeface="Arial Bold"/>
                <a:sym typeface="Arial Bold"/>
              </a:rPr>
              <a:t>Conflict-Aware State &amp; Decision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8230318" y="7528175"/>
            <a:ext cx="3796404" cy="351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32"/>
              </a:lnSpc>
              <a:spcBef>
                <a:spcPct val="0"/>
              </a:spcBef>
            </a:pPr>
            <a:r>
              <a:rPr lang="en-US" b="true" sz="2022" u="sng">
                <a:solidFill>
                  <a:srgbClr val="004AAD"/>
                </a:solidFill>
                <a:latin typeface="Arial Bold"/>
                <a:ea typeface="Arial Bold"/>
                <a:cs typeface="Arial Bold"/>
                <a:sym typeface="Arial Bold"/>
              </a:rPr>
              <a:t>Evidence-First Verification Hub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4660951" y="1056205"/>
            <a:ext cx="1711747" cy="3916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88"/>
              </a:lnSpc>
              <a:spcBef>
                <a:spcPct val="0"/>
              </a:spcBef>
            </a:pPr>
            <a:r>
              <a:rPr lang="en-US" b="true" sz="2206" u="sng">
                <a:solidFill>
                  <a:srgbClr val="004AAD"/>
                </a:solidFill>
                <a:latin typeface="Arial Bold"/>
                <a:ea typeface="Arial Bold"/>
                <a:cs typeface="Arial Bold"/>
                <a:sym typeface="Arial Bold"/>
              </a:rPr>
              <a:t>WORKFLOW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3535014" y="1211497"/>
            <a:ext cx="1784866" cy="7821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88"/>
              </a:lnSpc>
            </a:pPr>
            <a:r>
              <a:rPr lang="en-US" b="true" sz="2206" u="sng">
                <a:solidFill>
                  <a:srgbClr val="004AAD"/>
                </a:solidFill>
                <a:latin typeface="Arial Bold"/>
                <a:ea typeface="Arial Bold"/>
                <a:cs typeface="Arial Bold"/>
                <a:sym typeface="Arial Bold"/>
              </a:rPr>
              <a:t>TECH STACK</a:t>
            </a:r>
          </a:p>
          <a:p>
            <a:pPr algn="ctr">
              <a:lnSpc>
                <a:spcPts val="3088"/>
              </a:lnSpc>
              <a:spcBef>
                <a:spcPct val="0"/>
              </a:spcBef>
            </a:pPr>
          </a:p>
        </p:txBody>
      </p:sp>
      <p:sp>
        <p:nvSpPr>
          <p:cNvPr name="TextBox 29" id="29"/>
          <p:cNvSpPr txBox="true"/>
          <p:nvPr/>
        </p:nvSpPr>
        <p:spPr>
          <a:xfrm rot="0">
            <a:off x="1530208" y="7528175"/>
            <a:ext cx="285781" cy="351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32"/>
              </a:lnSpc>
              <a:spcBef>
                <a:spcPct val="0"/>
              </a:spcBef>
            </a:pPr>
            <a:r>
              <a:rPr lang="en-US" b="true" sz="2022" u="sng">
                <a:solidFill>
                  <a:srgbClr val="004AAD"/>
                </a:solidFill>
                <a:latin typeface="Arial Bold"/>
                <a:ea typeface="Arial Bold"/>
                <a:cs typeface="Arial Bold"/>
                <a:sym typeface="Arial Bold"/>
              </a:rPr>
              <a:t>01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7833450" y="7528175"/>
            <a:ext cx="285781" cy="351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32"/>
              </a:lnSpc>
              <a:spcBef>
                <a:spcPct val="0"/>
              </a:spcBef>
            </a:pPr>
            <a:r>
              <a:rPr lang="en-US" b="true" sz="2022" u="sng">
                <a:solidFill>
                  <a:srgbClr val="004AAD"/>
                </a:solidFill>
                <a:latin typeface="Arial Bold"/>
                <a:ea typeface="Arial Bold"/>
                <a:cs typeface="Arial Bold"/>
                <a:sym typeface="Arial Bold"/>
              </a:rPr>
              <a:t>02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3672422" y="7528175"/>
            <a:ext cx="285781" cy="351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32"/>
              </a:lnSpc>
              <a:spcBef>
                <a:spcPct val="0"/>
              </a:spcBef>
            </a:pPr>
            <a:r>
              <a:rPr lang="en-US" b="true" sz="2022" u="sng">
                <a:solidFill>
                  <a:srgbClr val="004AAD"/>
                </a:solidFill>
                <a:latin typeface="Arial Bold"/>
                <a:ea typeface="Arial Bold"/>
                <a:cs typeface="Arial Bold"/>
                <a:sym typeface="Arial Bol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478476" y="7258089"/>
            <a:ext cx="4413035" cy="2616898"/>
            <a:chOff x="0" y="0"/>
            <a:chExt cx="1162281" cy="6892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62281" cy="689224"/>
            </a:xfrm>
            <a:custGeom>
              <a:avLst/>
              <a:gdLst/>
              <a:ahLst/>
              <a:cxnLst/>
              <a:rect r="r" b="b" t="t" l="l"/>
              <a:pathLst>
                <a:path h="689224" w="1162281">
                  <a:moveTo>
                    <a:pt x="1162281" y="49121"/>
                  </a:moveTo>
                  <a:lnTo>
                    <a:pt x="1162281" y="640103"/>
                  </a:lnTo>
                  <a:cubicBezTo>
                    <a:pt x="1162281" y="667232"/>
                    <a:pt x="1140288" y="689224"/>
                    <a:pt x="1113160" y="689224"/>
                  </a:cubicBezTo>
                  <a:lnTo>
                    <a:pt x="49121" y="689224"/>
                  </a:lnTo>
                  <a:cubicBezTo>
                    <a:pt x="21992" y="689224"/>
                    <a:pt x="0" y="667232"/>
                    <a:pt x="0" y="640103"/>
                  </a:cubicBezTo>
                  <a:lnTo>
                    <a:pt x="0" y="49121"/>
                  </a:lnTo>
                  <a:cubicBezTo>
                    <a:pt x="0" y="21992"/>
                    <a:pt x="21992" y="0"/>
                    <a:pt x="49121" y="0"/>
                  </a:cubicBezTo>
                  <a:lnTo>
                    <a:pt x="1113160" y="0"/>
                  </a:lnTo>
                  <a:cubicBezTo>
                    <a:pt x="1140288" y="0"/>
                    <a:pt x="1162281" y="21992"/>
                    <a:pt x="1162281" y="49121"/>
                  </a:cubicBezTo>
                  <a:close/>
                </a:path>
              </a:pathLst>
            </a:custGeom>
            <a:solidFill>
              <a:srgbClr val="4A62C7"/>
            </a:solidFill>
            <a:ln w="19050" cap="rnd">
              <a:solidFill>
                <a:srgbClr val="002250"/>
              </a:solidFill>
              <a:prstDash val="solid"/>
              <a:round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1162281" cy="73684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8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6802803" y="7279296"/>
            <a:ext cx="4413035" cy="2616898"/>
            <a:chOff x="0" y="0"/>
            <a:chExt cx="1162281" cy="689224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62281" cy="689224"/>
            </a:xfrm>
            <a:custGeom>
              <a:avLst/>
              <a:gdLst/>
              <a:ahLst/>
              <a:cxnLst/>
              <a:rect r="r" b="b" t="t" l="l"/>
              <a:pathLst>
                <a:path h="689224" w="1162281">
                  <a:moveTo>
                    <a:pt x="1162281" y="49121"/>
                  </a:moveTo>
                  <a:lnTo>
                    <a:pt x="1162281" y="640103"/>
                  </a:lnTo>
                  <a:cubicBezTo>
                    <a:pt x="1162281" y="667232"/>
                    <a:pt x="1140288" y="689224"/>
                    <a:pt x="1113160" y="689224"/>
                  </a:cubicBezTo>
                  <a:lnTo>
                    <a:pt x="49121" y="689224"/>
                  </a:lnTo>
                  <a:cubicBezTo>
                    <a:pt x="21992" y="689224"/>
                    <a:pt x="0" y="667232"/>
                    <a:pt x="0" y="640103"/>
                  </a:cubicBezTo>
                  <a:lnTo>
                    <a:pt x="0" y="49121"/>
                  </a:lnTo>
                  <a:cubicBezTo>
                    <a:pt x="0" y="21992"/>
                    <a:pt x="21992" y="0"/>
                    <a:pt x="49121" y="0"/>
                  </a:cubicBezTo>
                  <a:lnTo>
                    <a:pt x="1113160" y="0"/>
                  </a:lnTo>
                  <a:cubicBezTo>
                    <a:pt x="1140288" y="0"/>
                    <a:pt x="1162281" y="21992"/>
                    <a:pt x="1162281" y="49121"/>
                  </a:cubicBezTo>
                  <a:close/>
                </a:path>
              </a:pathLst>
            </a:custGeom>
            <a:solidFill>
              <a:srgbClr val="11863C"/>
            </a:solidFill>
            <a:ln w="19050" cap="rnd">
              <a:solidFill>
                <a:srgbClr val="002250"/>
              </a:solidFill>
              <a:prstDash val="solid"/>
              <a:round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47625"/>
              <a:ext cx="1162281" cy="73684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8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2120712" y="7203096"/>
            <a:ext cx="4413035" cy="2616898"/>
            <a:chOff x="0" y="0"/>
            <a:chExt cx="1162281" cy="689224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162281" cy="689224"/>
            </a:xfrm>
            <a:custGeom>
              <a:avLst/>
              <a:gdLst/>
              <a:ahLst/>
              <a:cxnLst/>
              <a:rect r="r" b="b" t="t" l="l"/>
              <a:pathLst>
                <a:path h="689224" w="1162281">
                  <a:moveTo>
                    <a:pt x="1162281" y="49121"/>
                  </a:moveTo>
                  <a:lnTo>
                    <a:pt x="1162281" y="640103"/>
                  </a:lnTo>
                  <a:cubicBezTo>
                    <a:pt x="1162281" y="667232"/>
                    <a:pt x="1140288" y="689224"/>
                    <a:pt x="1113160" y="689224"/>
                  </a:cubicBezTo>
                  <a:lnTo>
                    <a:pt x="49121" y="689224"/>
                  </a:lnTo>
                  <a:cubicBezTo>
                    <a:pt x="21992" y="689224"/>
                    <a:pt x="0" y="667232"/>
                    <a:pt x="0" y="640103"/>
                  </a:cubicBezTo>
                  <a:lnTo>
                    <a:pt x="0" y="49121"/>
                  </a:lnTo>
                  <a:cubicBezTo>
                    <a:pt x="0" y="21992"/>
                    <a:pt x="21992" y="0"/>
                    <a:pt x="49121" y="0"/>
                  </a:cubicBezTo>
                  <a:lnTo>
                    <a:pt x="1113160" y="0"/>
                  </a:lnTo>
                  <a:cubicBezTo>
                    <a:pt x="1140288" y="0"/>
                    <a:pt x="1162281" y="21992"/>
                    <a:pt x="1162281" y="49121"/>
                  </a:cubicBezTo>
                  <a:close/>
                </a:path>
              </a:pathLst>
            </a:custGeom>
            <a:solidFill>
              <a:srgbClr val="CB5D1F"/>
            </a:solidFill>
            <a:ln w="19050" cap="rnd">
              <a:solidFill>
                <a:srgbClr val="002250"/>
              </a:solidFill>
              <a:prstDash val="solid"/>
              <a:round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-47625"/>
              <a:ext cx="1162281" cy="73684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8"/>
                </a:lnSpc>
              </a:pP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6870846" y="5656223"/>
            <a:ext cx="4276948" cy="5567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88"/>
              </a:lnSpc>
              <a:spcBef>
                <a:spcPct val="0"/>
              </a:spcBef>
            </a:pPr>
            <a:r>
              <a:rPr lang="en-US" b="true" sz="3206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Analysis of Feasibility</a:t>
            </a:r>
          </a:p>
        </p:txBody>
      </p:sp>
      <p:sp>
        <p:nvSpPr>
          <p:cNvPr name="Freeform 12" id="12"/>
          <p:cNvSpPr/>
          <p:nvPr/>
        </p:nvSpPr>
        <p:spPr>
          <a:xfrm>
            <a:off x="4070921" y="6284787"/>
            <a:ext cx="4942838" cy="973302"/>
          </a:xfrm>
          <a:custGeom>
            <a:avLst/>
            <a:gdLst/>
            <a:ahLst/>
            <a:cxnLst/>
            <a:rect r="r" b="b" t="t" l="l"/>
            <a:pathLst>
              <a:path h="973302" w="4942838">
                <a:moveTo>
                  <a:pt x="35775" y="973302"/>
                </a:moveTo>
                <a:quadBezTo>
                  <a:pt x="-420514" y="713174"/>
                  <a:pt x="4942838" y="0"/>
                </a:quadBezTo>
              </a:path>
            </a:pathLst>
          </a:custGeom>
          <a:ln cap="flat" w="19050">
            <a:solidFill>
              <a:srgbClr val="014BAD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3" id="13"/>
          <p:cNvSpPr/>
          <p:nvPr/>
        </p:nvSpPr>
        <p:spPr>
          <a:xfrm>
            <a:off x="9013759" y="6284787"/>
            <a:ext cx="5162450" cy="918309"/>
          </a:xfrm>
          <a:custGeom>
            <a:avLst/>
            <a:gdLst/>
            <a:ahLst/>
            <a:cxnLst/>
            <a:rect r="r" b="b" t="t" l="l"/>
            <a:pathLst>
              <a:path h="918309" w="5162450">
                <a:moveTo>
                  <a:pt x="5075346" y="918309"/>
                </a:moveTo>
                <a:quadBezTo>
                  <a:pt x="5833020" y="682132"/>
                  <a:pt x="0" y="0"/>
                </a:quadBezTo>
              </a:path>
            </a:pathLst>
          </a:custGeom>
          <a:ln cap="flat" w="19050">
            <a:solidFill>
              <a:srgbClr val="014BAD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4" id="14"/>
          <p:cNvSpPr/>
          <p:nvPr/>
        </p:nvSpPr>
        <p:spPr>
          <a:xfrm>
            <a:off x="9009320" y="6284787"/>
            <a:ext cx="4439" cy="994509"/>
          </a:xfrm>
          <a:custGeom>
            <a:avLst/>
            <a:gdLst/>
            <a:ahLst/>
            <a:cxnLst/>
            <a:rect r="r" b="b" t="t" l="l"/>
            <a:pathLst>
              <a:path h="994509" w="4439">
                <a:moveTo>
                  <a:pt x="0" y="994509"/>
                </a:moveTo>
                <a:quadBezTo>
                  <a:pt x="2219" y="497254"/>
                  <a:pt x="4439" y="0"/>
                </a:quadBezTo>
              </a:path>
            </a:pathLst>
          </a:custGeom>
          <a:ln cap="flat" w="19050">
            <a:solidFill>
              <a:srgbClr val="014BAD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5" id="15"/>
          <p:cNvSpPr/>
          <p:nvPr/>
        </p:nvSpPr>
        <p:spPr>
          <a:xfrm flipH="false" flipV="false" rot="0">
            <a:off x="314099" y="103091"/>
            <a:ext cx="1802581" cy="1081549"/>
          </a:xfrm>
          <a:custGeom>
            <a:avLst/>
            <a:gdLst/>
            <a:ahLst/>
            <a:cxnLst/>
            <a:rect r="r" b="b" t="t" l="l"/>
            <a:pathLst>
              <a:path h="1081549" w="1802581">
                <a:moveTo>
                  <a:pt x="0" y="0"/>
                </a:moveTo>
                <a:lnTo>
                  <a:pt x="1802582" y="0"/>
                </a:lnTo>
                <a:lnTo>
                  <a:pt x="1802582" y="1081549"/>
                </a:lnTo>
                <a:lnTo>
                  <a:pt x="0" y="108154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222761" y="1480328"/>
            <a:ext cx="7069700" cy="3756507"/>
          </a:xfrm>
          <a:custGeom>
            <a:avLst/>
            <a:gdLst/>
            <a:ahLst/>
            <a:cxnLst/>
            <a:rect r="r" b="b" t="t" l="l"/>
            <a:pathLst>
              <a:path h="3756507" w="7069700">
                <a:moveTo>
                  <a:pt x="0" y="0"/>
                </a:moveTo>
                <a:lnTo>
                  <a:pt x="7069700" y="0"/>
                </a:lnTo>
                <a:lnTo>
                  <a:pt x="7069700" y="3756507"/>
                </a:lnTo>
                <a:lnTo>
                  <a:pt x="0" y="375650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2744" t="-2772" r="-1854" b="-4514"/>
            </a:stretch>
          </a:blipFill>
        </p:spPr>
      </p:sp>
      <p:grpSp>
        <p:nvGrpSpPr>
          <p:cNvPr name="Group 17" id="17"/>
          <p:cNvGrpSpPr/>
          <p:nvPr/>
        </p:nvGrpSpPr>
        <p:grpSpPr>
          <a:xfrm rot="0">
            <a:off x="1215390" y="1551623"/>
            <a:ext cx="3119438" cy="391478"/>
            <a:chOff x="0" y="0"/>
            <a:chExt cx="4159250" cy="52197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48119" y="44767"/>
              <a:ext cx="4062967" cy="425741"/>
            </a:xfrm>
            <a:custGeom>
              <a:avLst/>
              <a:gdLst/>
              <a:ahLst/>
              <a:cxnLst/>
              <a:rect r="r" b="b" t="t" l="l"/>
              <a:pathLst>
                <a:path h="425741" w="4062967">
                  <a:moveTo>
                    <a:pt x="176671" y="354013"/>
                  </a:moveTo>
                  <a:cubicBezTo>
                    <a:pt x="144921" y="271463"/>
                    <a:pt x="142381" y="238443"/>
                    <a:pt x="156351" y="215583"/>
                  </a:cubicBezTo>
                  <a:cubicBezTo>
                    <a:pt x="172861" y="188913"/>
                    <a:pt x="212231" y="169863"/>
                    <a:pt x="257951" y="152083"/>
                  </a:cubicBezTo>
                  <a:cubicBezTo>
                    <a:pt x="337961" y="119063"/>
                    <a:pt x="574181" y="46673"/>
                    <a:pt x="607201" y="78423"/>
                  </a:cubicBezTo>
                  <a:cubicBezTo>
                    <a:pt x="624981" y="93663"/>
                    <a:pt x="617361" y="147003"/>
                    <a:pt x="595771" y="168593"/>
                  </a:cubicBezTo>
                  <a:cubicBezTo>
                    <a:pt x="557671" y="205423"/>
                    <a:pt x="411621" y="182563"/>
                    <a:pt x="323991" y="200343"/>
                  </a:cubicBezTo>
                  <a:cubicBezTo>
                    <a:pt x="241441" y="216853"/>
                    <a:pt x="90311" y="279083"/>
                    <a:pt x="86501" y="270193"/>
                  </a:cubicBezTo>
                  <a:cubicBezTo>
                    <a:pt x="82691" y="261303"/>
                    <a:pt x="181751" y="191453"/>
                    <a:pt x="250331" y="171133"/>
                  </a:cubicBezTo>
                  <a:cubicBezTo>
                    <a:pt x="345581" y="143193"/>
                    <a:pt x="476391" y="173673"/>
                    <a:pt x="614821" y="162243"/>
                  </a:cubicBezTo>
                  <a:cubicBezTo>
                    <a:pt x="797701" y="147003"/>
                    <a:pt x="1068211" y="83503"/>
                    <a:pt x="1251091" y="70803"/>
                  </a:cubicBezTo>
                  <a:cubicBezTo>
                    <a:pt x="1389521" y="60643"/>
                    <a:pt x="1547001" y="58103"/>
                    <a:pt x="1616851" y="70803"/>
                  </a:cubicBezTo>
                  <a:cubicBezTo>
                    <a:pt x="1646061" y="75883"/>
                    <a:pt x="1661301" y="79693"/>
                    <a:pt x="1676541" y="92393"/>
                  </a:cubicBezTo>
                  <a:cubicBezTo>
                    <a:pt x="1690511" y="106363"/>
                    <a:pt x="1701941" y="130493"/>
                    <a:pt x="1705751" y="149543"/>
                  </a:cubicBezTo>
                  <a:cubicBezTo>
                    <a:pt x="1708291" y="163513"/>
                    <a:pt x="1705751" y="178753"/>
                    <a:pt x="1700671" y="191453"/>
                  </a:cubicBezTo>
                  <a:cubicBezTo>
                    <a:pt x="1695591" y="204153"/>
                    <a:pt x="1687971" y="218123"/>
                    <a:pt x="1676541" y="227013"/>
                  </a:cubicBezTo>
                  <a:cubicBezTo>
                    <a:pt x="1661301" y="238443"/>
                    <a:pt x="1619391" y="253683"/>
                    <a:pt x="1616851" y="249873"/>
                  </a:cubicBezTo>
                  <a:cubicBezTo>
                    <a:pt x="1613041" y="244793"/>
                    <a:pt x="1690511" y="176213"/>
                    <a:pt x="1693051" y="178753"/>
                  </a:cubicBezTo>
                  <a:cubicBezTo>
                    <a:pt x="1694321" y="180023"/>
                    <a:pt x="1660031" y="246063"/>
                    <a:pt x="1630821" y="261303"/>
                  </a:cubicBezTo>
                  <a:cubicBezTo>
                    <a:pt x="1596531" y="280353"/>
                    <a:pt x="1529221" y="276543"/>
                    <a:pt x="1493661" y="271463"/>
                  </a:cubicBezTo>
                  <a:cubicBezTo>
                    <a:pt x="1468261" y="268923"/>
                    <a:pt x="1449211" y="263843"/>
                    <a:pt x="1433971" y="249873"/>
                  </a:cubicBezTo>
                  <a:cubicBezTo>
                    <a:pt x="1418731" y="237173"/>
                    <a:pt x="1406031" y="214313"/>
                    <a:pt x="1403491" y="195263"/>
                  </a:cubicBezTo>
                  <a:cubicBezTo>
                    <a:pt x="1400951" y="174943"/>
                    <a:pt x="1408571" y="148273"/>
                    <a:pt x="1417461" y="133033"/>
                  </a:cubicBezTo>
                  <a:cubicBezTo>
                    <a:pt x="1425081" y="120333"/>
                    <a:pt x="1436511" y="110173"/>
                    <a:pt x="1449211" y="103823"/>
                  </a:cubicBezTo>
                  <a:cubicBezTo>
                    <a:pt x="1460641" y="97473"/>
                    <a:pt x="1470801" y="94933"/>
                    <a:pt x="1489851" y="92393"/>
                  </a:cubicBezTo>
                  <a:cubicBezTo>
                    <a:pt x="1531761" y="88583"/>
                    <a:pt x="1638441" y="91123"/>
                    <a:pt x="1691781" y="107633"/>
                  </a:cubicBezTo>
                  <a:cubicBezTo>
                    <a:pt x="1729881" y="120333"/>
                    <a:pt x="1754011" y="158433"/>
                    <a:pt x="1784491" y="162243"/>
                  </a:cubicBezTo>
                  <a:cubicBezTo>
                    <a:pt x="1812431" y="166053"/>
                    <a:pt x="1837831" y="141923"/>
                    <a:pt x="1867041" y="138113"/>
                  </a:cubicBezTo>
                  <a:cubicBezTo>
                    <a:pt x="1896251" y="134303"/>
                    <a:pt x="1928001" y="141923"/>
                    <a:pt x="1957211" y="138113"/>
                  </a:cubicBezTo>
                  <a:cubicBezTo>
                    <a:pt x="1986421" y="134303"/>
                    <a:pt x="2002931" y="122873"/>
                    <a:pt x="2039761" y="117793"/>
                  </a:cubicBezTo>
                  <a:cubicBezTo>
                    <a:pt x="2115961" y="108903"/>
                    <a:pt x="2307731" y="129223"/>
                    <a:pt x="2390281" y="115253"/>
                  </a:cubicBezTo>
                  <a:cubicBezTo>
                    <a:pt x="2436001" y="107633"/>
                    <a:pt x="2455051" y="86043"/>
                    <a:pt x="2496961" y="80963"/>
                  </a:cubicBezTo>
                  <a:cubicBezTo>
                    <a:pt x="2550301" y="74613"/>
                    <a:pt x="2597291" y="89853"/>
                    <a:pt x="2686191" y="92393"/>
                  </a:cubicBezTo>
                  <a:cubicBezTo>
                    <a:pt x="2899551" y="100013"/>
                    <a:pt x="3617101" y="112713"/>
                    <a:pt x="3775851" y="92393"/>
                  </a:cubicBezTo>
                  <a:cubicBezTo>
                    <a:pt x="3822841" y="87313"/>
                    <a:pt x="3840621" y="69533"/>
                    <a:pt x="3863481" y="70803"/>
                  </a:cubicBezTo>
                  <a:cubicBezTo>
                    <a:pt x="3879991" y="72073"/>
                    <a:pt x="3887611" y="84773"/>
                    <a:pt x="3902851" y="83503"/>
                  </a:cubicBezTo>
                  <a:cubicBezTo>
                    <a:pt x="3924441" y="82233"/>
                    <a:pt x="3953651" y="46673"/>
                    <a:pt x="3979051" y="47943"/>
                  </a:cubicBezTo>
                  <a:cubicBezTo>
                    <a:pt x="4003181" y="47943"/>
                    <a:pt x="4038741" y="68263"/>
                    <a:pt x="4051441" y="89853"/>
                  </a:cubicBezTo>
                  <a:cubicBezTo>
                    <a:pt x="4064141" y="110173"/>
                    <a:pt x="4065411" y="152083"/>
                    <a:pt x="4056521" y="173673"/>
                  </a:cubicBezTo>
                  <a:cubicBezTo>
                    <a:pt x="4050171" y="191453"/>
                    <a:pt x="4033661" y="206693"/>
                    <a:pt x="4018421" y="215583"/>
                  </a:cubicBezTo>
                  <a:cubicBezTo>
                    <a:pt x="4001911" y="224473"/>
                    <a:pt x="3980321" y="230823"/>
                    <a:pt x="3962541" y="225743"/>
                  </a:cubicBezTo>
                  <a:cubicBezTo>
                    <a:pt x="3939681" y="220663"/>
                    <a:pt x="3905391" y="197803"/>
                    <a:pt x="3893961" y="176213"/>
                  </a:cubicBezTo>
                  <a:cubicBezTo>
                    <a:pt x="3883801" y="153353"/>
                    <a:pt x="3885071" y="113983"/>
                    <a:pt x="3897771" y="92393"/>
                  </a:cubicBezTo>
                  <a:cubicBezTo>
                    <a:pt x="3910471" y="70803"/>
                    <a:pt x="3946031" y="50483"/>
                    <a:pt x="3968891" y="47943"/>
                  </a:cubicBezTo>
                  <a:cubicBezTo>
                    <a:pt x="3987941" y="44133"/>
                    <a:pt x="4009531" y="51753"/>
                    <a:pt x="4024771" y="61913"/>
                  </a:cubicBezTo>
                  <a:cubicBezTo>
                    <a:pt x="4040011" y="72073"/>
                    <a:pt x="4055251" y="88583"/>
                    <a:pt x="4060331" y="107633"/>
                  </a:cubicBezTo>
                  <a:cubicBezTo>
                    <a:pt x="4065411" y="129223"/>
                    <a:pt x="4064141" y="168593"/>
                    <a:pt x="4047631" y="190183"/>
                  </a:cubicBezTo>
                  <a:cubicBezTo>
                    <a:pt x="4024771" y="219393"/>
                    <a:pt x="3963811" y="235903"/>
                    <a:pt x="3914281" y="249873"/>
                  </a:cubicBezTo>
                  <a:cubicBezTo>
                    <a:pt x="3853321" y="266383"/>
                    <a:pt x="3805061" y="266383"/>
                    <a:pt x="3708541" y="272733"/>
                  </a:cubicBezTo>
                  <a:cubicBezTo>
                    <a:pt x="3476131" y="284163"/>
                    <a:pt x="2724291" y="251143"/>
                    <a:pt x="2524901" y="270193"/>
                  </a:cubicBezTo>
                  <a:cubicBezTo>
                    <a:pt x="2457591" y="276543"/>
                    <a:pt x="2443621" y="290513"/>
                    <a:pt x="2390281" y="295593"/>
                  </a:cubicBezTo>
                  <a:cubicBezTo>
                    <a:pt x="2315351" y="301943"/>
                    <a:pt x="2209941" y="291783"/>
                    <a:pt x="2117231" y="295593"/>
                  </a:cubicBezTo>
                  <a:cubicBezTo>
                    <a:pt x="2020711" y="299403"/>
                    <a:pt x="1887361" y="315913"/>
                    <a:pt x="1821321" y="317183"/>
                  </a:cubicBezTo>
                  <a:cubicBezTo>
                    <a:pt x="1787031" y="318453"/>
                    <a:pt x="1774331" y="319723"/>
                    <a:pt x="1743851" y="314643"/>
                  </a:cubicBezTo>
                  <a:cubicBezTo>
                    <a:pt x="1698131" y="308293"/>
                    <a:pt x="1621931" y="279083"/>
                    <a:pt x="1571131" y="272733"/>
                  </a:cubicBezTo>
                  <a:cubicBezTo>
                    <a:pt x="1534301" y="267653"/>
                    <a:pt x="1498741" y="277813"/>
                    <a:pt x="1472071" y="270193"/>
                  </a:cubicBezTo>
                  <a:cubicBezTo>
                    <a:pt x="1450481" y="262573"/>
                    <a:pt x="1430161" y="251143"/>
                    <a:pt x="1418731" y="234633"/>
                  </a:cubicBezTo>
                  <a:cubicBezTo>
                    <a:pt x="1407301" y="218123"/>
                    <a:pt x="1400951" y="192723"/>
                    <a:pt x="1402221" y="173673"/>
                  </a:cubicBezTo>
                  <a:cubicBezTo>
                    <a:pt x="1404761" y="153353"/>
                    <a:pt x="1416191" y="130493"/>
                    <a:pt x="1431431" y="116523"/>
                  </a:cubicBezTo>
                  <a:cubicBezTo>
                    <a:pt x="1445401" y="102553"/>
                    <a:pt x="1473341" y="88583"/>
                    <a:pt x="1489851" y="92393"/>
                  </a:cubicBezTo>
                  <a:cubicBezTo>
                    <a:pt x="1507631" y="97473"/>
                    <a:pt x="1516521" y="140653"/>
                    <a:pt x="1534301" y="140653"/>
                  </a:cubicBezTo>
                  <a:cubicBezTo>
                    <a:pt x="1557161" y="143193"/>
                    <a:pt x="1590181" y="74613"/>
                    <a:pt x="1616851" y="70803"/>
                  </a:cubicBezTo>
                  <a:cubicBezTo>
                    <a:pt x="1637171" y="66993"/>
                    <a:pt x="1661301" y="79693"/>
                    <a:pt x="1676541" y="92393"/>
                  </a:cubicBezTo>
                  <a:cubicBezTo>
                    <a:pt x="1690511" y="106363"/>
                    <a:pt x="1703211" y="129223"/>
                    <a:pt x="1705751" y="149543"/>
                  </a:cubicBezTo>
                  <a:cubicBezTo>
                    <a:pt x="1708291" y="168593"/>
                    <a:pt x="1701941" y="193993"/>
                    <a:pt x="1690511" y="210503"/>
                  </a:cubicBezTo>
                  <a:cubicBezTo>
                    <a:pt x="1679081" y="227013"/>
                    <a:pt x="1665111" y="238443"/>
                    <a:pt x="1638441" y="247333"/>
                  </a:cubicBezTo>
                  <a:cubicBezTo>
                    <a:pt x="1578751" y="265113"/>
                    <a:pt x="1393331" y="257493"/>
                    <a:pt x="1320941" y="249873"/>
                  </a:cubicBezTo>
                  <a:cubicBezTo>
                    <a:pt x="1282841" y="244793"/>
                    <a:pt x="1270141" y="225743"/>
                    <a:pt x="1235851" y="228283"/>
                  </a:cubicBezTo>
                  <a:cubicBezTo>
                    <a:pt x="1185051" y="230823"/>
                    <a:pt x="1119011" y="281623"/>
                    <a:pt x="1047891" y="294323"/>
                  </a:cubicBezTo>
                  <a:cubicBezTo>
                    <a:pt x="961531" y="309563"/>
                    <a:pt x="825641" y="286703"/>
                    <a:pt x="750711" y="300673"/>
                  </a:cubicBezTo>
                  <a:cubicBezTo>
                    <a:pt x="703721" y="308293"/>
                    <a:pt x="687211" y="331153"/>
                    <a:pt x="638951" y="340043"/>
                  </a:cubicBezTo>
                  <a:cubicBezTo>
                    <a:pt x="553861" y="354013"/>
                    <a:pt x="355741" y="315913"/>
                    <a:pt x="283351" y="337503"/>
                  </a:cubicBezTo>
                  <a:cubicBezTo>
                    <a:pt x="247791" y="348933"/>
                    <a:pt x="238901" y="373063"/>
                    <a:pt x="212231" y="385763"/>
                  </a:cubicBezTo>
                  <a:cubicBezTo>
                    <a:pt x="179211" y="402273"/>
                    <a:pt x="133491" y="430213"/>
                    <a:pt x="100471" y="425133"/>
                  </a:cubicBezTo>
                  <a:cubicBezTo>
                    <a:pt x="68721" y="418783"/>
                    <a:pt x="30621" y="384493"/>
                    <a:pt x="14111" y="354013"/>
                  </a:cubicBezTo>
                  <a:cubicBezTo>
                    <a:pt x="-1129" y="324803"/>
                    <a:pt x="-2399" y="281623"/>
                    <a:pt x="2681" y="247333"/>
                  </a:cubicBezTo>
                  <a:cubicBezTo>
                    <a:pt x="6491" y="214313"/>
                    <a:pt x="23001" y="178753"/>
                    <a:pt x="39511" y="153353"/>
                  </a:cubicBezTo>
                  <a:cubicBezTo>
                    <a:pt x="53481" y="131763"/>
                    <a:pt x="69991" y="115253"/>
                    <a:pt x="92851" y="98743"/>
                  </a:cubicBezTo>
                  <a:cubicBezTo>
                    <a:pt x="118251" y="79693"/>
                    <a:pt x="156351" y="60643"/>
                    <a:pt x="186831" y="49213"/>
                  </a:cubicBezTo>
                  <a:cubicBezTo>
                    <a:pt x="212231" y="39053"/>
                    <a:pt x="233821" y="31433"/>
                    <a:pt x="260491" y="28893"/>
                  </a:cubicBezTo>
                  <a:cubicBezTo>
                    <a:pt x="292241" y="26353"/>
                    <a:pt x="331611" y="40323"/>
                    <a:pt x="365901" y="36513"/>
                  </a:cubicBezTo>
                  <a:cubicBezTo>
                    <a:pt x="401461" y="32703"/>
                    <a:pt x="431941" y="11113"/>
                    <a:pt x="472581" y="6033"/>
                  </a:cubicBezTo>
                  <a:cubicBezTo>
                    <a:pt x="522111" y="-317"/>
                    <a:pt x="597041" y="-5397"/>
                    <a:pt x="641491" y="11113"/>
                  </a:cubicBezTo>
                  <a:cubicBezTo>
                    <a:pt x="675781" y="23813"/>
                    <a:pt x="708801" y="47943"/>
                    <a:pt x="722771" y="78423"/>
                  </a:cubicBezTo>
                  <a:cubicBezTo>
                    <a:pt x="736741" y="108903"/>
                    <a:pt x="740551" y="163513"/>
                    <a:pt x="718961" y="193993"/>
                  </a:cubicBezTo>
                  <a:cubicBezTo>
                    <a:pt x="689751" y="233363"/>
                    <a:pt x="576721" y="256223"/>
                    <a:pt x="525921" y="265113"/>
                  </a:cubicBezTo>
                  <a:cubicBezTo>
                    <a:pt x="494171" y="271463"/>
                    <a:pt x="473851" y="263843"/>
                    <a:pt x="447181" y="267653"/>
                  </a:cubicBezTo>
                  <a:cubicBezTo>
                    <a:pt x="419241" y="271463"/>
                    <a:pt x="386221" y="296863"/>
                    <a:pt x="360821" y="291783"/>
                  </a:cubicBezTo>
                  <a:cubicBezTo>
                    <a:pt x="335421" y="286703"/>
                    <a:pt x="298591" y="233363"/>
                    <a:pt x="292241" y="237173"/>
                  </a:cubicBezTo>
                  <a:cubicBezTo>
                    <a:pt x="285891" y="242253"/>
                    <a:pt x="325261" y="295593"/>
                    <a:pt x="325261" y="320993"/>
                  </a:cubicBezTo>
                  <a:cubicBezTo>
                    <a:pt x="325261" y="340043"/>
                    <a:pt x="317641" y="359093"/>
                    <a:pt x="304941" y="371793"/>
                  </a:cubicBezTo>
                  <a:cubicBezTo>
                    <a:pt x="289701" y="387033"/>
                    <a:pt x="256681" y="399733"/>
                    <a:pt x="235091" y="397193"/>
                  </a:cubicBezTo>
                  <a:cubicBezTo>
                    <a:pt x="214771" y="393383"/>
                    <a:pt x="176671" y="354013"/>
                    <a:pt x="176671" y="354013"/>
                  </a:cubicBezTo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19" id="19"/>
          <p:cNvGrpSpPr/>
          <p:nvPr/>
        </p:nvGrpSpPr>
        <p:grpSpPr>
          <a:xfrm rot="0">
            <a:off x="4221480" y="1588770"/>
            <a:ext cx="2263140" cy="251460"/>
            <a:chOff x="0" y="0"/>
            <a:chExt cx="3017520" cy="33528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50236" y="41014"/>
              <a:ext cx="2919194" cy="243607"/>
            </a:xfrm>
            <a:custGeom>
              <a:avLst/>
              <a:gdLst/>
              <a:ahLst/>
              <a:cxnLst/>
              <a:rect r="r" b="b" t="t" l="l"/>
              <a:pathLst>
                <a:path h="243607" w="2919194">
                  <a:moveTo>
                    <a:pt x="58984" y="60586"/>
                  </a:moveTo>
                  <a:cubicBezTo>
                    <a:pt x="264724" y="11056"/>
                    <a:pt x="347274" y="19946"/>
                    <a:pt x="385374" y="45346"/>
                  </a:cubicBezTo>
                  <a:cubicBezTo>
                    <a:pt x="413314" y="63126"/>
                    <a:pt x="437444" y="94876"/>
                    <a:pt x="438714" y="122816"/>
                  </a:cubicBezTo>
                  <a:cubicBezTo>
                    <a:pt x="438714" y="154566"/>
                    <a:pt x="404424" y="209176"/>
                    <a:pt x="375214" y="229496"/>
                  </a:cubicBezTo>
                  <a:cubicBezTo>
                    <a:pt x="349814" y="246006"/>
                    <a:pt x="309174" y="243466"/>
                    <a:pt x="278694" y="243466"/>
                  </a:cubicBezTo>
                  <a:cubicBezTo>
                    <a:pt x="252024" y="242196"/>
                    <a:pt x="227894" y="238386"/>
                    <a:pt x="203764" y="229496"/>
                  </a:cubicBezTo>
                  <a:cubicBezTo>
                    <a:pt x="179634" y="221876"/>
                    <a:pt x="155504" y="216796"/>
                    <a:pt x="135184" y="193936"/>
                  </a:cubicBezTo>
                  <a:cubicBezTo>
                    <a:pt x="102164" y="158376"/>
                    <a:pt x="42474" y="36456"/>
                    <a:pt x="60254" y="11056"/>
                  </a:cubicBezTo>
                  <a:cubicBezTo>
                    <a:pt x="74224" y="-9264"/>
                    <a:pt x="140264" y="3436"/>
                    <a:pt x="174554" y="9786"/>
                  </a:cubicBezTo>
                  <a:cubicBezTo>
                    <a:pt x="203764" y="16136"/>
                    <a:pt x="226624" y="35186"/>
                    <a:pt x="253294" y="41536"/>
                  </a:cubicBezTo>
                  <a:cubicBezTo>
                    <a:pt x="279964" y="47886"/>
                    <a:pt x="288854" y="46616"/>
                    <a:pt x="335844" y="49156"/>
                  </a:cubicBezTo>
                  <a:cubicBezTo>
                    <a:pt x="582224" y="60586"/>
                    <a:pt x="2390704" y="75826"/>
                    <a:pt x="2692964" y="49156"/>
                  </a:cubicBezTo>
                  <a:cubicBezTo>
                    <a:pt x="2765354" y="42806"/>
                    <a:pt x="2793294" y="22486"/>
                    <a:pt x="2827584" y="25026"/>
                  </a:cubicBezTo>
                  <a:cubicBezTo>
                    <a:pt x="2850444" y="26296"/>
                    <a:pt x="2868224" y="31376"/>
                    <a:pt x="2882194" y="41536"/>
                  </a:cubicBezTo>
                  <a:cubicBezTo>
                    <a:pt x="2897434" y="52966"/>
                    <a:pt x="2910134" y="70746"/>
                    <a:pt x="2915214" y="88526"/>
                  </a:cubicBezTo>
                  <a:cubicBezTo>
                    <a:pt x="2920294" y="106306"/>
                    <a:pt x="2921564" y="127896"/>
                    <a:pt x="2912674" y="145676"/>
                  </a:cubicBezTo>
                  <a:cubicBezTo>
                    <a:pt x="2903784" y="167266"/>
                    <a:pt x="2874574" y="195206"/>
                    <a:pt x="2850444" y="201556"/>
                  </a:cubicBezTo>
                  <a:cubicBezTo>
                    <a:pt x="2826314" y="206636"/>
                    <a:pt x="2786944" y="196476"/>
                    <a:pt x="2769164" y="179966"/>
                  </a:cubicBezTo>
                  <a:cubicBezTo>
                    <a:pt x="2751384" y="163456"/>
                    <a:pt x="2737414" y="125356"/>
                    <a:pt x="2741224" y="101226"/>
                  </a:cubicBezTo>
                  <a:cubicBezTo>
                    <a:pt x="2743764" y="77096"/>
                    <a:pt x="2770434" y="45346"/>
                    <a:pt x="2790754" y="33916"/>
                  </a:cubicBezTo>
                  <a:cubicBezTo>
                    <a:pt x="2807264" y="23756"/>
                    <a:pt x="2828854" y="21216"/>
                    <a:pt x="2846634" y="26296"/>
                  </a:cubicBezTo>
                  <a:cubicBezTo>
                    <a:pt x="2869494" y="32646"/>
                    <a:pt x="2901244" y="59316"/>
                    <a:pt x="2911404" y="79636"/>
                  </a:cubicBezTo>
                  <a:cubicBezTo>
                    <a:pt x="2920294" y="96146"/>
                    <a:pt x="2920294" y="119006"/>
                    <a:pt x="2916484" y="136786"/>
                  </a:cubicBezTo>
                  <a:cubicBezTo>
                    <a:pt x="2911404" y="153296"/>
                    <a:pt x="2903784" y="171076"/>
                    <a:pt x="2884734" y="183776"/>
                  </a:cubicBezTo>
                  <a:cubicBezTo>
                    <a:pt x="2851714" y="207906"/>
                    <a:pt x="2756464" y="218066"/>
                    <a:pt x="2704394" y="224416"/>
                  </a:cubicBezTo>
                  <a:cubicBezTo>
                    <a:pt x="2667564" y="229496"/>
                    <a:pt x="2661214" y="225686"/>
                    <a:pt x="2607874" y="226956"/>
                  </a:cubicBezTo>
                  <a:cubicBezTo>
                    <a:pt x="2343714" y="228226"/>
                    <a:pt x="535234" y="261246"/>
                    <a:pt x="258374" y="221876"/>
                  </a:cubicBezTo>
                  <a:cubicBezTo>
                    <a:pt x="197414" y="212986"/>
                    <a:pt x="179634" y="205366"/>
                    <a:pt x="147884" y="190126"/>
                  </a:cubicBezTo>
                  <a:cubicBezTo>
                    <a:pt x="121214" y="176156"/>
                    <a:pt x="76764" y="143136"/>
                    <a:pt x="79304" y="136786"/>
                  </a:cubicBezTo>
                  <a:cubicBezTo>
                    <a:pt x="81844" y="130436"/>
                    <a:pt x="135184" y="158376"/>
                    <a:pt x="155504" y="148216"/>
                  </a:cubicBezTo>
                  <a:cubicBezTo>
                    <a:pt x="178364" y="135516"/>
                    <a:pt x="177094" y="55506"/>
                    <a:pt x="201224" y="47886"/>
                  </a:cubicBezTo>
                  <a:cubicBezTo>
                    <a:pt x="222814" y="40266"/>
                    <a:pt x="274884" y="75826"/>
                    <a:pt x="292664" y="101226"/>
                  </a:cubicBezTo>
                  <a:cubicBezTo>
                    <a:pt x="307904" y="125356"/>
                    <a:pt x="316794" y="182506"/>
                    <a:pt x="304094" y="193936"/>
                  </a:cubicBezTo>
                  <a:cubicBezTo>
                    <a:pt x="292664" y="204096"/>
                    <a:pt x="259644" y="173616"/>
                    <a:pt x="230434" y="173616"/>
                  </a:cubicBezTo>
                  <a:cubicBezTo>
                    <a:pt x="188524" y="173616"/>
                    <a:pt x="116134" y="216796"/>
                    <a:pt x="79304" y="215526"/>
                  </a:cubicBezTo>
                  <a:cubicBezTo>
                    <a:pt x="56444" y="214256"/>
                    <a:pt x="39934" y="206636"/>
                    <a:pt x="27234" y="195206"/>
                  </a:cubicBezTo>
                  <a:cubicBezTo>
                    <a:pt x="13264" y="183776"/>
                    <a:pt x="3104" y="163456"/>
                    <a:pt x="564" y="146946"/>
                  </a:cubicBezTo>
                  <a:cubicBezTo>
                    <a:pt x="-1976" y="129166"/>
                    <a:pt x="4374" y="106306"/>
                    <a:pt x="13264" y="92336"/>
                  </a:cubicBezTo>
                  <a:cubicBezTo>
                    <a:pt x="23424" y="78366"/>
                    <a:pt x="58984" y="60586"/>
                    <a:pt x="58984" y="60586"/>
                  </a:cubicBezTo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21" id="21"/>
          <p:cNvGrpSpPr/>
          <p:nvPr/>
        </p:nvGrpSpPr>
        <p:grpSpPr>
          <a:xfrm rot="0">
            <a:off x="6284595" y="1515427"/>
            <a:ext cx="1988820" cy="432435"/>
            <a:chOff x="0" y="0"/>
            <a:chExt cx="2651760" cy="57658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49804" y="45905"/>
              <a:ext cx="2556051" cy="479097"/>
            </a:xfrm>
            <a:custGeom>
              <a:avLst/>
              <a:gdLst/>
              <a:ahLst/>
              <a:cxnLst/>
              <a:rect r="r" b="b" t="t" l="l"/>
              <a:pathLst>
                <a:path h="479097" w="2556051">
                  <a:moveTo>
                    <a:pt x="78466" y="129355"/>
                  </a:moveTo>
                  <a:cubicBezTo>
                    <a:pt x="506456" y="121735"/>
                    <a:pt x="519156" y="109035"/>
                    <a:pt x="553446" y="103955"/>
                  </a:cubicBezTo>
                  <a:cubicBezTo>
                    <a:pt x="597896" y="97605"/>
                    <a:pt x="662666" y="105225"/>
                    <a:pt x="717276" y="100145"/>
                  </a:cubicBezTo>
                  <a:cubicBezTo>
                    <a:pt x="771886" y="96335"/>
                    <a:pt x="822686" y="87445"/>
                    <a:pt x="878566" y="77285"/>
                  </a:cubicBezTo>
                  <a:cubicBezTo>
                    <a:pt x="942066" y="65855"/>
                    <a:pt x="1022076" y="37915"/>
                    <a:pt x="1076686" y="31565"/>
                  </a:cubicBezTo>
                  <a:cubicBezTo>
                    <a:pt x="1114786" y="27755"/>
                    <a:pt x="1143996" y="37915"/>
                    <a:pt x="1175746" y="34105"/>
                  </a:cubicBezTo>
                  <a:cubicBezTo>
                    <a:pt x="1206226" y="29025"/>
                    <a:pt x="1227816" y="12515"/>
                    <a:pt x="1263376" y="7435"/>
                  </a:cubicBezTo>
                  <a:cubicBezTo>
                    <a:pt x="1312906" y="-185"/>
                    <a:pt x="1392916" y="-3995"/>
                    <a:pt x="1448796" y="6165"/>
                  </a:cubicBezTo>
                  <a:cubicBezTo>
                    <a:pt x="1495786" y="15055"/>
                    <a:pt x="1554206" y="26485"/>
                    <a:pt x="1575796" y="56965"/>
                  </a:cubicBezTo>
                  <a:cubicBezTo>
                    <a:pt x="1596116" y="84905"/>
                    <a:pt x="1594846" y="144595"/>
                    <a:pt x="1579606" y="176345"/>
                  </a:cubicBezTo>
                  <a:cubicBezTo>
                    <a:pt x="1566906" y="206825"/>
                    <a:pt x="1530076" y="228415"/>
                    <a:pt x="1499596" y="243655"/>
                  </a:cubicBezTo>
                  <a:cubicBezTo>
                    <a:pt x="1471656" y="258895"/>
                    <a:pt x="1448796" y="263975"/>
                    <a:pt x="1408156" y="270325"/>
                  </a:cubicBezTo>
                  <a:cubicBezTo>
                    <a:pt x="1328146" y="280485"/>
                    <a:pt x="1145266" y="290645"/>
                    <a:pt x="1050016" y="267785"/>
                  </a:cubicBezTo>
                  <a:cubicBezTo>
                    <a:pt x="982706" y="251275"/>
                    <a:pt x="942066" y="194125"/>
                    <a:pt x="883646" y="180155"/>
                  </a:cubicBezTo>
                  <a:cubicBezTo>
                    <a:pt x="827766" y="167455"/>
                    <a:pt x="757916" y="172535"/>
                    <a:pt x="709656" y="181425"/>
                  </a:cubicBezTo>
                  <a:cubicBezTo>
                    <a:pt x="674096" y="189045"/>
                    <a:pt x="649966" y="213175"/>
                    <a:pt x="618216" y="220795"/>
                  </a:cubicBezTo>
                  <a:cubicBezTo>
                    <a:pt x="586466" y="228415"/>
                    <a:pt x="561066" y="225875"/>
                    <a:pt x="515346" y="227145"/>
                  </a:cubicBezTo>
                  <a:cubicBezTo>
                    <a:pt x="423906" y="229685"/>
                    <a:pt x="169906" y="247465"/>
                    <a:pt x="98786" y="224605"/>
                  </a:cubicBezTo>
                  <a:cubicBezTo>
                    <a:pt x="72116" y="215715"/>
                    <a:pt x="58146" y="203015"/>
                    <a:pt x="47986" y="189045"/>
                  </a:cubicBezTo>
                  <a:cubicBezTo>
                    <a:pt x="37826" y="177615"/>
                    <a:pt x="32746" y="163645"/>
                    <a:pt x="32746" y="149675"/>
                  </a:cubicBezTo>
                  <a:cubicBezTo>
                    <a:pt x="31476" y="131895"/>
                    <a:pt x="37826" y="103955"/>
                    <a:pt x="47986" y="88715"/>
                  </a:cubicBezTo>
                  <a:cubicBezTo>
                    <a:pt x="55606" y="76015"/>
                    <a:pt x="59416" y="68395"/>
                    <a:pt x="79736" y="60775"/>
                  </a:cubicBezTo>
                  <a:cubicBezTo>
                    <a:pt x="150856" y="32835"/>
                    <a:pt x="543286" y="27755"/>
                    <a:pt x="653776" y="49345"/>
                  </a:cubicBezTo>
                  <a:cubicBezTo>
                    <a:pt x="699496" y="59505"/>
                    <a:pt x="717276" y="89985"/>
                    <a:pt x="749026" y="92525"/>
                  </a:cubicBezTo>
                  <a:cubicBezTo>
                    <a:pt x="778236" y="95065"/>
                    <a:pt x="798556" y="76015"/>
                    <a:pt x="835386" y="72205"/>
                  </a:cubicBezTo>
                  <a:cubicBezTo>
                    <a:pt x="900156" y="64585"/>
                    <a:pt x="1036046" y="67125"/>
                    <a:pt x="1103356" y="72205"/>
                  </a:cubicBezTo>
                  <a:cubicBezTo>
                    <a:pt x="1145266" y="74745"/>
                    <a:pt x="1204956" y="86175"/>
                    <a:pt x="1203686" y="86175"/>
                  </a:cubicBezTo>
                  <a:cubicBezTo>
                    <a:pt x="1203686" y="87445"/>
                    <a:pt x="1185906" y="84905"/>
                    <a:pt x="1185906" y="84905"/>
                  </a:cubicBezTo>
                  <a:cubicBezTo>
                    <a:pt x="1185906" y="86175"/>
                    <a:pt x="1213846" y="87445"/>
                    <a:pt x="1227816" y="95065"/>
                  </a:cubicBezTo>
                  <a:cubicBezTo>
                    <a:pt x="1243056" y="105225"/>
                    <a:pt x="1262106" y="126815"/>
                    <a:pt x="1269726" y="143325"/>
                  </a:cubicBezTo>
                  <a:cubicBezTo>
                    <a:pt x="1274806" y="156025"/>
                    <a:pt x="1277346" y="171265"/>
                    <a:pt x="1274806" y="185235"/>
                  </a:cubicBezTo>
                  <a:cubicBezTo>
                    <a:pt x="1270996" y="203015"/>
                    <a:pt x="1262106" y="224605"/>
                    <a:pt x="1244326" y="241115"/>
                  </a:cubicBezTo>
                  <a:cubicBezTo>
                    <a:pt x="1216386" y="269055"/>
                    <a:pt x="1151616" y="299535"/>
                    <a:pt x="1099546" y="312235"/>
                  </a:cubicBezTo>
                  <a:cubicBezTo>
                    <a:pt x="1043666" y="326205"/>
                    <a:pt x="978896" y="321125"/>
                    <a:pt x="916666" y="318585"/>
                  </a:cubicBezTo>
                  <a:cubicBezTo>
                    <a:pt x="849356" y="316045"/>
                    <a:pt x="792206" y="300805"/>
                    <a:pt x="708386" y="295725"/>
                  </a:cubicBezTo>
                  <a:cubicBezTo>
                    <a:pt x="577576" y="288105"/>
                    <a:pt x="290556" y="318585"/>
                    <a:pt x="210546" y="293185"/>
                  </a:cubicBezTo>
                  <a:cubicBezTo>
                    <a:pt x="182606" y="284295"/>
                    <a:pt x="169906" y="274135"/>
                    <a:pt x="158476" y="257625"/>
                  </a:cubicBezTo>
                  <a:cubicBezTo>
                    <a:pt x="148316" y="241115"/>
                    <a:pt x="141966" y="215715"/>
                    <a:pt x="144506" y="196665"/>
                  </a:cubicBezTo>
                  <a:cubicBezTo>
                    <a:pt x="145776" y="176345"/>
                    <a:pt x="158476" y="153485"/>
                    <a:pt x="173716" y="140785"/>
                  </a:cubicBezTo>
                  <a:cubicBezTo>
                    <a:pt x="187686" y="126815"/>
                    <a:pt x="197846" y="124275"/>
                    <a:pt x="232136" y="117925"/>
                  </a:cubicBezTo>
                  <a:cubicBezTo>
                    <a:pt x="434066" y="81095"/>
                    <a:pt x="2086336" y="101415"/>
                    <a:pt x="2358116" y="117925"/>
                  </a:cubicBezTo>
                  <a:cubicBezTo>
                    <a:pt x="2422886" y="121735"/>
                    <a:pt x="2445746" y="114115"/>
                    <a:pt x="2478766" y="131895"/>
                  </a:cubicBezTo>
                  <a:cubicBezTo>
                    <a:pt x="2509246" y="149675"/>
                    <a:pt x="2539726" y="186505"/>
                    <a:pt x="2549886" y="219525"/>
                  </a:cubicBezTo>
                  <a:cubicBezTo>
                    <a:pt x="2561316" y="252545"/>
                    <a:pt x="2556236" y="302075"/>
                    <a:pt x="2539726" y="333825"/>
                  </a:cubicBezTo>
                  <a:cubicBezTo>
                    <a:pt x="2524486" y="364305"/>
                    <a:pt x="2485116" y="396055"/>
                    <a:pt x="2453366" y="404945"/>
                  </a:cubicBezTo>
                  <a:cubicBezTo>
                    <a:pt x="2425426" y="413835"/>
                    <a:pt x="2387326" y="407485"/>
                    <a:pt x="2361926" y="393515"/>
                  </a:cubicBezTo>
                  <a:cubicBezTo>
                    <a:pt x="2332716" y="378275"/>
                    <a:pt x="2284456" y="323665"/>
                    <a:pt x="2290806" y="307155"/>
                  </a:cubicBezTo>
                  <a:cubicBezTo>
                    <a:pt x="2295886" y="293185"/>
                    <a:pt x="2367006" y="313505"/>
                    <a:pt x="2383516" y="294455"/>
                  </a:cubicBezTo>
                  <a:cubicBezTo>
                    <a:pt x="2401296" y="275405"/>
                    <a:pt x="2377166" y="194125"/>
                    <a:pt x="2388596" y="191585"/>
                  </a:cubicBezTo>
                  <a:cubicBezTo>
                    <a:pt x="2400026" y="187775"/>
                    <a:pt x="2439396" y="248735"/>
                    <a:pt x="2455906" y="277945"/>
                  </a:cubicBezTo>
                  <a:cubicBezTo>
                    <a:pt x="2469876" y="304615"/>
                    <a:pt x="2478766" y="335095"/>
                    <a:pt x="2482576" y="360495"/>
                  </a:cubicBezTo>
                  <a:cubicBezTo>
                    <a:pt x="2486386" y="380815"/>
                    <a:pt x="2488926" y="399865"/>
                    <a:pt x="2483846" y="417645"/>
                  </a:cubicBezTo>
                  <a:cubicBezTo>
                    <a:pt x="2477496" y="434155"/>
                    <a:pt x="2463526" y="453205"/>
                    <a:pt x="2448286" y="463365"/>
                  </a:cubicBezTo>
                  <a:cubicBezTo>
                    <a:pt x="2433046" y="473525"/>
                    <a:pt x="2412726" y="481145"/>
                    <a:pt x="2393676" y="478605"/>
                  </a:cubicBezTo>
                  <a:cubicBezTo>
                    <a:pt x="2369546" y="476065"/>
                    <a:pt x="2333986" y="454475"/>
                    <a:pt x="2321286" y="435425"/>
                  </a:cubicBezTo>
                  <a:cubicBezTo>
                    <a:pt x="2309856" y="420185"/>
                    <a:pt x="2306046" y="397325"/>
                    <a:pt x="2308586" y="379545"/>
                  </a:cubicBezTo>
                  <a:cubicBezTo>
                    <a:pt x="2309856" y="361765"/>
                    <a:pt x="2318746" y="340175"/>
                    <a:pt x="2332716" y="327475"/>
                  </a:cubicBezTo>
                  <a:cubicBezTo>
                    <a:pt x="2350496" y="310965"/>
                    <a:pt x="2387326" y="295725"/>
                    <a:pt x="2412726" y="299535"/>
                  </a:cubicBezTo>
                  <a:cubicBezTo>
                    <a:pt x="2436856" y="304615"/>
                    <a:pt x="2468606" y="330015"/>
                    <a:pt x="2480036" y="350335"/>
                  </a:cubicBezTo>
                  <a:cubicBezTo>
                    <a:pt x="2488926" y="368115"/>
                    <a:pt x="2491466" y="389705"/>
                    <a:pt x="2486386" y="407485"/>
                  </a:cubicBezTo>
                  <a:cubicBezTo>
                    <a:pt x="2478766" y="430345"/>
                    <a:pt x="2452096" y="462095"/>
                    <a:pt x="2431776" y="472255"/>
                  </a:cubicBezTo>
                  <a:cubicBezTo>
                    <a:pt x="2413996" y="481145"/>
                    <a:pt x="2391136" y="479875"/>
                    <a:pt x="2373356" y="476065"/>
                  </a:cubicBezTo>
                  <a:cubicBezTo>
                    <a:pt x="2356846" y="470985"/>
                    <a:pt x="2340336" y="460825"/>
                    <a:pt x="2326366" y="443045"/>
                  </a:cubicBezTo>
                  <a:cubicBezTo>
                    <a:pt x="2303506" y="413835"/>
                    <a:pt x="2279376" y="341445"/>
                    <a:pt x="2275566" y="291915"/>
                  </a:cubicBezTo>
                  <a:cubicBezTo>
                    <a:pt x="2271756" y="243655"/>
                    <a:pt x="2275566" y="158565"/>
                    <a:pt x="2298426" y="148405"/>
                  </a:cubicBezTo>
                  <a:cubicBezTo>
                    <a:pt x="2321286" y="139515"/>
                    <a:pt x="2411456" y="203015"/>
                    <a:pt x="2415266" y="229685"/>
                  </a:cubicBezTo>
                  <a:cubicBezTo>
                    <a:pt x="2417806" y="251275"/>
                    <a:pt x="2398756" y="277945"/>
                    <a:pt x="2358116" y="295725"/>
                  </a:cubicBezTo>
                  <a:cubicBezTo>
                    <a:pt x="2161266" y="385895"/>
                    <a:pt x="434066" y="332555"/>
                    <a:pt x="232136" y="295725"/>
                  </a:cubicBezTo>
                  <a:cubicBezTo>
                    <a:pt x="197846" y="289375"/>
                    <a:pt x="187686" y="286835"/>
                    <a:pt x="173716" y="274135"/>
                  </a:cubicBezTo>
                  <a:cubicBezTo>
                    <a:pt x="158476" y="260165"/>
                    <a:pt x="145776" y="237305"/>
                    <a:pt x="144506" y="218255"/>
                  </a:cubicBezTo>
                  <a:cubicBezTo>
                    <a:pt x="141966" y="197935"/>
                    <a:pt x="148316" y="172535"/>
                    <a:pt x="158476" y="156025"/>
                  </a:cubicBezTo>
                  <a:cubicBezTo>
                    <a:pt x="169906" y="140785"/>
                    <a:pt x="182606" y="129355"/>
                    <a:pt x="210546" y="120465"/>
                  </a:cubicBezTo>
                  <a:cubicBezTo>
                    <a:pt x="288016" y="96335"/>
                    <a:pt x="569956" y="110305"/>
                    <a:pt x="688066" y="117925"/>
                  </a:cubicBezTo>
                  <a:cubicBezTo>
                    <a:pt x="756646" y="123005"/>
                    <a:pt x="794746" y="136975"/>
                    <a:pt x="850626" y="140785"/>
                  </a:cubicBezTo>
                  <a:cubicBezTo>
                    <a:pt x="907776" y="144595"/>
                    <a:pt x="978896" y="143325"/>
                    <a:pt x="1025886" y="139515"/>
                  </a:cubicBezTo>
                  <a:cubicBezTo>
                    <a:pt x="1056366" y="136975"/>
                    <a:pt x="1076686" y="136975"/>
                    <a:pt x="1103356" y="128085"/>
                  </a:cubicBezTo>
                  <a:cubicBezTo>
                    <a:pt x="1131296" y="119195"/>
                    <a:pt x="1161776" y="88715"/>
                    <a:pt x="1185906" y="84905"/>
                  </a:cubicBezTo>
                  <a:cubicBezTo>
                    <a:pt x="1201146" y="83635"/>
                    <a:pt x="1215116" y="88715"/>
                    <a:pt x="1227816" y="95065"/>
                  </a:cubicBezTo>
                  <a:cubicBezTo>
                    <a:pt x="1239246" y="101415"/>
                    <a:pt x="1250676" y="112845"/>
                    <a:pt x="1259566" y="124275"/>
                  </a:cubicBezTo>
                  <a:cubicBezTo>
                    <a:pt x="1267186" y="135705"/>
                    <a:pt x="1272266" y="149675"/>
                    <a:pt x="1274806" y="163645"/>
                  </a:cubicBezTo>
                  <a:cubicBezTo>
                    <a:pt x="1276076" y="177615"/>
                    <a:pt x="1274806" y="192855"/>
                    <a:pt x="1269726" y="205555"/>
                  </a:cubicBezTo>
                  <a:cubicBezTo>
                    <a:pt x="1262106" y="223335"/>
                    <a:pt x="1243056" y="243655"/>
                    <a:pt x="1227816" y="253815"/>
                  </a:cubicBezTo>
                  <a:cubicBezTo>
                    <a:pt x="1213846" y="261435"/>
                    <a:pt x="1202416" y="262705"/>
                    <a:pt x="1185906" y="263975"/>
                  </a:cubicBezTo>
                  <a:cubicBezTo>
                    <a:pt x="1163046" y="265245"/>
                    <a:pt x="1141456" y="253815"/>
                    <a:pt x="1103356" y="250005"/>
                  </a:cubicBezTo>
                  <a:cubicBezTo>
                    <a:pt x="1025886" y="243655"/>
                    <a:pt x="820146" y="260165"/>
                    <a:pt x="741406" y="250005"/>
                  </a:cubicBezTo>
                  <a:cubicBezTo>
                    <a:pt x="700766" y="244925"/>
                    <a:pt x="695686" y="233495"/>
                    <a:pt x="653776" y="227145"/>
                  </a:cubicBezTo>
                  <a:cubicBezTo>
                    <a:pt x="550906" y="214445"/>
                    <a:pt x="208006" y="243655"/>
                    <a:pt x="120376" y="227145"/>
                  </a:cubicBezTo>
                  <a:cubicBezTo>
                    <a:pt x="89896" y="222065"/>
                    <a:pt x="75926" y="218255"/>
                    <a:pt x="61956" y="205555"/>
                  </a:cubicBezTo>
                  <a:cubicBezTo>
                    <a:pt x="46716" y="191585"/>
                    <a:pt x="35286" y="168725"/>
                    <a:pt x="32746" y="149675"/>
                  </a:cubicBezTo>
                  <a:cubicBezTo>
                    <a:pt x="30206" y="130625"/>
                    <a:pt x="36556" y="103955"/>
                    <a:pt x="47986" y="88715"/>
                  </a:cubicBezTo>
                  <a:cubicBezTo>
                    <a:pt x="58146" y="72205"/>
                    <a:pt x="70846" y="62045"/>
                    <a:pt x="98786" y="53155"/>
                  </a:cubicBezTo>
                  <a:cubicBezTo>
                    <a:pt x="180066" y="26485"/>
                    <a:pt x="503916" y="67125"/>
                    <a:pt x="614406" y="48075"/>
                  </a:cubicBezTo>
                  <a:cubicBezTo>
                    <a:pt x="669016" y="37915"/>
                    <a:pt x="694416" y="11245"/>
                    <a:pt x="732516" y="4895"/>
                  </a:cubicBezTo>
                  <a:cubicBezTo>
                    <a:pt x="764266" y="-1455"/>
                    <a:pt x="794746" y="3625"/>
                    <a:pt x="825226" y="4895"/>
                  </a:cubicBezTo>
                  <a:cubicBezTo>
                    <a:pt x="855706" y="6165"/>
                    <a:pt x="881106" y="4895"/>
                    <a:pt x="916666" y="13785"/>
                  </a:cubicBezTo>
                  <a:cubicBezTo>
                    <a:pt x="968736" y="27755"/>
                    <a:pt x="1032236" y="82365"/>
                    <a:pt x="1100816" y="96335"/>
                  </a:cubicBezTo>
                  <a:cubicBezTo>
                    <a:pt x="1180826" y="112845"/>
                    <a:pt x="1306556" y="100145"/>
                    <a:pt x="1370056" y="95065"/>
                  </a:cubicBezTo>
                  <a:cubicBezTo>
                    <a:pt x="1404346" y="92525"/>
                    <a:pt x="1434826" y="70935"/>
                    <a:pt x="1448796" y="82365"/>
                  </a:cubicBezTo>
                  <a:cubicBezTo>
                    <a:pt x="1464036" y="95065"/>
                    <a:pt x="1466576" y="162375"/>
                    <a:pt x="1448796" y="180155"/>
                  </a:cubicBezTo>
                  <a:cubicBezTo>
                    <a:pt x="1424666" y="204285"/>
                    <a:pt x="1337036" y="176345"/>
                    <a:pt x="1291316" y="180155"/>
                  </a:cubicBezTo>
                  <a:cubicBezTo>
                    <a:pt x="1257026" y="183965"/>
                    <a:pt x="1230356" y="197935"/>
                    <a:pt x="1199876" y="197935"/>
                  </a:cubicBezTo>
                  <a:cubicBezTo>
                    <a:pt x="1170666" y="197935"/>
                    <a:pt x="1142726" y="177615"/>
                    <a:pt x="1112246" y="181425"/>
                  </a:cubicBezTo>
                  <a:cubicBezTo>
                    <a:pt x="1076686" y="185235"/>
                    <a:pt x="1046206" y="219525"/>
                    <a:pt x="999216" y="233495"/>
                  </a:cubicBezTo>
                  <a:cubicBezTo>
                    <a:pt x="928096" y="253815"/>
                    <a:pt x="799826" y="262705"/>
                    <a:pt x="717276" y="267785"/>
                  </a:cubicBezTo>
                  <a:cubicBezTo>
                    <a:pt x="655046" y="271595"/>
                    <a:pt x="595356" y="262705"/>
                    <a:pt x="550906" y="267785"/>
                  </a:cubicBezTo>
                  <a:cubicBezTo>
                    <a:pt x="519156" y="271595"/>
                    <a:pt x="507726" y="283025"/>
                    <a:pt x="470896" y="288105"/>
                  </a:cubicBezTo>
                  <a:cubicBezTo>
                    <a:pt x="384536" y="296995"/>
                    <a:pt x="105136" y="305885"/>
                    <a:pt x="42906" y="276675"/>
                  </a:cubicBezTo>
                  <a:cubicBezTo>
                    <a:pt x="20046" y="265245"/>
                    <a:pt x="12426" y="248735"/>
                    <a:pt x="6076" y="234765"/>
                  </a:cubicBezTo>
                  <a:cubicBezTo>
                    <a:pt x="996" y="223335"/>
                    <a:pt x="-1544" y="210635"/>
                    <a:pt x="996" y="197935"/>
                  </a:cubicBezTo>
                  <a:cubicBezTo>
                    <a:pt x="4806" y="181425"/>
                    <a:pt x="13696" y="159835"/>
                    <a:pt x="27666" y="148405"/>
                  </a:cubicBezTo>
                  <a:cubicBezTo>
                    <a:pt x="40366" y="136975"/>
                    <a:pt x="78466" y="129355"/>
                    <a:pt x="78466" y="129355"/>
                  </a:cubicBezTo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</p:grpSp>
      <p:sp>
        <p:nvSpPr>
          <p:cNvPr name="Freeform 23" id="23"/>
          <p:cNvSpPr/>
          <p:nvPr/>
        </p:nvSpPr>
        <p:spPr>
          <a:xfrm flipH="false" flipV="false" rot="0">
            <a:off x="9858667" y="1472908"/>
            <a:ext cx="7168155" cy="3809923"/>
          </a:xfrm>
          <a:custGeom>
            <a:avLst/>
            <a:gdLst/>
            <a:ahLst/>
            <a:cxnLst/>
            <a:rect r="r" b="b" t="t" l="l"/>
            <a:pathLst>
              <a:path h="3809923" w="7168155">
                <a:moveTo>
                  <a:pt x="0" y="0"/>
                </a:moveTo>
                <a:lnTo>
                  <a:pt x="7168155" y="0"/>
                </a:lnTo>
                <a:lnTo>
                  <a:pt x="7168155" y="3809924"/>
                </a:lnTo>
                <a:lnTo>
                  <a:pt x="0" y="380992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1579" t="-2538" r="-1584" b="-3243"/>
            </a:stretch>
          </a:blipFill>
        </p:spPr>
      </p:sp>
      <p:grpSp>
        <p:nvGrpSpPr>
          <p:cNvPr name="Group 24" id="24"/>
          <p:cNvGrpSpPr/>
          <p:nvPr/>
        </p:nvGrpSpPr>
        <p:grpSpPr>
          <a:xfrm rot="0">
            <a:off x="9971722" y="1711642"/>
            <a:ext cx="289560" cy="193358"/>
            <a:chOff x="0" y="0"/>
            <a:chExt cx="386080" cy="25781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48560" y="50476"/>
              <a:ext cx="286675" cy="159560"/>
            </a:xfrm>
            <a:custGeom>
              <a:avLst/>
              <a:gdLst/>
              <a:ahLst/>
              <a:cxnLst/>
              <a:rect r="r" b="b" t="t" l="l"/>
              <a:pathLst>
                <a:path h="159560" w="286675">
                  <a:moveTo>
                    <a:pt x="74630" y="324"/>
                  </a:moveTo>
                  <a:cubicBezTo>
                    <a:pt x="254970" y="10484"/>
                    <a:pt x="267670" y="19374"/>
                    <a:pt x="275290" y="33344"/>
                  </a:cubicBezTo>
                  <a:cubicBezTo>
                    <a:pt x="285450" y="51124"/>
                    <a:pt x="289260" y="86684"/>
                    <a:pt x="282910" y="105734"/>
                  </a:cubicBezTo>
                  <a:cubicBezTo>
                    <a:pt x="279100" y="122244"/>
                    <a:pt x="265130" y="136214"/>
                    <a:pt x="251160" y="143834"/>
                  </a:cubicBezTo>
                  <a:cubicBezTo>
                    <a:pt x="237190" y="151454"/>
                    <a:pt x="219410" y="157804"/>
                    <a:pt x="202900" y="153994"/>
                  </a:cubicBezTo>
                  <a:cubicBezTo>
                    <a:pt x="182580" y="150184"/>
                    <a:pt x="152100" y="132404"/>
                    <a:pt x="141940" y="113354"/>
                  </a:cubicBezTo>
                  <a:cubicBezTo>
                    <a:pt x="131780" y="94304"/>
                    <a:pt x="131780" y="60014"/>
                    <a:pt x="141940" y="40964"/>
                  </a:cubicBezTo>
                  <a:cubicBezTo>
                    <a:pt x="152100" y="21914"/>
                    <a:pt x="181310" y="1594"/>
                    <a:pt x="202900" y="324"/>
                  </a:cubicBezTo>
                  <a:cubicBezTo>
                    <a:pt x="224490" y="-2216"/>
                    <a:pt x="256240" y="10484"/>
                    <a:pt x="270210" y="26994"/>
                  </a:cubicBezTo>
                  <a:cubicBezTo>
                    <a:pt x="284180" y="43504"/>
                    <a:pt x="289260" y="77794"/>
                    <a:pt x="285450" y="98114"/>
                  </a:cubicBezTo>
                  <a:cubicBezTo>
                    <a:pt x="282910" y="114624"/>
                    <a:pt x="270210" y="129864"/>
                    <a:pt x="258780" y="138754"/>
                  </a:cubicBezTo>
                  <a:cubicBezTo>
                    <a:pt x="246080" y="148914"/>
                    <a:pt x="232110" y="151454"/>
                    <a:pt x="210520" y="155264"/>
                  </a:cubicBezTo>
                  <a:cubicBezTo>
                    <a:pt x="174960" y="160344"/>
                    <a:pt x="91140" y="162884"/>
                    <a:pt x="56850" y="151454"/>
                  </a:cubicBezTo>
                  <a:cubicBezTo>
                    <a:pt x="35260" y="145104"/>
                    <a:pt x="20020" y="136214"/>
                    <a:pt x="11130" y="120974"/>
                  </a:cubicBezTo>
                  <a:cubicBezTo>
                    <a:pt x="970" y="103194"/>
                    <a:pt x="-2840" y="68904"/>
                    <a:pt x="2240" y="49854"/>
                  </a:cubicBezTo>
                  <a:cubicBezTo>
                    <a:pt x="8590" y="33344"/>
                    <a:pt x="25100" y="16834"/>
                    <a:pt x="39070" y="9214"/>
                  </a:cubicBezTo>
                  <a:cubicBezTo>
                    <a:pt x="50500" y="2864"/>
                    <a:pt x="74630" y="324"/>
                    <a:pt x="74630" y="324"/>
                  </a:cubicBezTo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26" id="26"/>
          <p:cNvGrpSpPr/>
          <p:nvPr/>
        </p:nvGrpSpPr>
        <p:grpSpPr>
          <a:xfrm rot="0">
            <a:off x="9983152" y="4710112"/>
            <a:ext cx="295275" cy="262890"/>
            <a:chOff x="0" y="0"/>
            <a:chExt cx="393700" cy="35052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50800" y="50800"/>
              <a:ext cx="293084" cy="247959"/>
            </a:xfrm>
            <a:custGeom>
              <a:avLst/>
              <a:gdLst/>
              <a:ahLst/>
              <a:cxnLst/>
              <a:rect r="r" b="b" t="t" l="l"/>
              <a:pathLst>
                <a:path h="247959" w="293084">
                  <a:moveTo>
                    <a:pt x="172720" y="236220"/>
                  </a:moveTo>
                  <a:cubicBezTo>
                    <a:pt x="6350" y="116840"/>
                    <a:pt x="0" y="104140"/>
                    <a:pt x="0" y="86360"/>
                  </a:cubicBezTo>
                  <a:cubicBezTo>
                    <a:pt x="0" y="66040"/>
                    <a:pt x="15240" y="31750"/>
                    <a:pt x="29210" y="17780"/>
                  </a:cubicBezTo>
                  <a:cubicBezTo>
                    <a:pt x="41910" y="6350"/>
                    <a:pt x="60960" y="0"/>
                    <a:pt x="77470" y="0"/>
                  </a:cubicBezTo>
                  <a:cubicBezTo>
                    <a:pt x="93980" y="0"/>
                    <a:pt x="113030" y="3810"/>
                    <a:pt x="127000" y="15240"/>
                  </a:cubicBezTo>
                  <a:cubicBezTo>
                    <a:pt x="142240" y="27940"/>
                    <a:pt x="160020" y="59690"/>
                    <a:pt x="160020" y="82550"/>
                  </a:cubicBezTo>
                  <a:cubicBezTo>
                    <a:pt x="160020" y="104140"/>
                    <a:pt x="142240" y="135890"/>
                    <a:pt x="123190" y="147320"/>
                  </a:cubicBezTo>
                  <a:cubicBezTo>
                    <a:pt x="104140" y="160020"/>
                    <a:pt x="68580" y="162560"/>
                    <a:pt x="48260" y="153670"/>
                  </a:cubicBezTo>
                  <a:cubicBezTo>
                    <a:pt x="27940" y="144780"/>
                    <a:pt x="5080" y="116840"/>
                    <a:pt x="1270" y="95250"/>
                  </a:cubicBezTo>
                  <a:cubicBezTo>
                    <a:pt x="-2540" y="73660"/>
                    <a:pt x="7620" y="39370"/>
                    <a:pt x="22860" y="24130"/>
                  </a:cubicBezTo>
                  <a:cubicBezTo>
                    <a:pt x="39370" y="7620"/>
                    <a:pt x="67310" y="-2540"/>
                    <a:pt x="95250" y="1270"/>
                  </a:cubicBezTo>
                  <a:cubicBezTo>
                    <a:pt x="139700" y="7620"/>
                    <a:pt x="227330" y="76200"/>
                    <a:pt x="259080" y="106680"/>
                  </a:cubicBezTo>
                  <a:cubicBezTo>
                    <a:pt x="276860" y="121920"/>
                    <a:pt x="288290" y="133350"/>
                    <a:pt x="292100" y="151130"/>
                  </a:cubicBezTo>
                  <a:cubicBezTo>
                    <a:pt x="295910" y="171450"/>
                    <a:pt x="288290" y="205740"/>
                    <a:pt x="275590" y="222250"/>
                  </a:cubicBezTo>
                  <a:cubicBezTo>
                    <a:pt x="264160" y="236220"/>
                    <a:pt x="243840" y="246380"/>
                    <a:pt x="227330" y="247650"/>
                  </a:cubicBezTo>
                  <a:cubicBezTo>
                    <a:pt x="209550" y="250190"/>
                    <a:pt x="172720" y="236220"/>
                    <a:pt x="172720" y="236220"/>
                  </a:cubicBezTo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28" id="28"/>
          <p:cNvGrpSpPr/>
          <p:nvPr/>
        </p:nvGrpSpPr>
        <p:grpSpPr>
          <a:xfrm rot="0">
            <a:off x="16634460" y="4726305"/>
            <a:ext cx="273368" cy="264795"/>
            <a:chOff x="0" y="0"/>
            <a:chExt cx="364490" cy="35306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50640" y="43647"/>
              <a:ext cx="264885" cy="260638"/>
            </a:xfrm>
            <a:custGeom>
              <a:avLst/>
              <a:gdLst/>
              <a:ahLst/>
              <a:cxnLst/>
              <a:rect r="r" b="b" t="t" l="l"/>
              <a:pathLst>
                <a:path h="260638" w="264885">
                  <a:moveTo>
                    <a:pt x="23020" y="123993"/>
                  </a:moveTo>
                  <a:cubicBezTo>
                    <a:pt x="174150" y="-1737"/>
                    <a:pt x="203360" y="803"/>
                    <a:pt x="222410" y="9693"/>
                  </a:cubicBezTo>
                  <a:cubicBezTo>
                    <a:pt x="238920" y="17313"/>
                    <a:pt x="252890" y="37633"/>
                    <a:pt x="259240" y="52873"/>
                  </a:cubicBezTo>
                  <a:cubicBezTo>
                    <a:pt x="264320" y="65573"/>
                    <a:pt x="266860" y="78273"/>
                    <a:pt x="263050" y="90973"/>
                  </a:cubicBezTo>
                  <a:cubicBezTo>
                    <a:pt x="257970" y="110023"/>
                    <a:pt x="223680" y="153203"/>
                    <a:pt x="218600" y="150663"/>
                  </a:cubicBezTo>
                  <a:cubicBezTo>
                    <a:pt x="213520" y="148123"/>
                    <a:pt x="245270" y="38903"/>
                    <a:pt x="251620" y="38903"/>
                  </a:cubicBezTo>
                  <a:cubicBezTo>
                    <a:pt x="256700" y="40173"/>
                    <a:pt x="261780" y="117643"/>
                    <a:pt x="254160" y="150663"/>
                  </a:cubicBezTo>
                  <a:cubicBezTo>
                    <a:pt x="246540" y="181143"/>
                    <a:pt x="226220" y="214163"/>
                    <a:pt x="208440" y="231943"/>
                  </a:cubicBezTo>
                  <a:cubicBezTo>
                    <a:pt x="194470" y="245913"/>
                    <a:pt x="179230" y="254803"/>
                    <a:pt x="162720" y="258613"/>
                  </a:cubicBezTo>
                  <a:cubicBezTo>
                    <a:pt x="147480" y="262423"/>
                    <a:pt x="127160" y="261153"/>
                    <a:pt x="111920" y="252263"/>
                  </a:cubicBezTo>
                  <a:cubicBezTo>
                    <a:pt x="92870" y="242103"/>
                    <a:pt x="71280" y="212893"/>
                    <a:pt x="66200" y="192573"/>
                  </a:cubicBezTo>
                  <a:cubicBezTo>
                    <a:pt x="62390" y="174793"/>
                    <a:pt x="67470" y="155743"/>
                    <a:pt x="75090" y="140503"/>
                  </a:cubicBezTo>
                  <a:cubicBezTo>
                    <a:pt x="82710" y="126533"/>
                    <a:pt x="96680" y="111293"/>
                    <a:pt x="113190" y="104943"/>
                  </a:cubicBezTo>
                  <a:cubicBezTo>
                    <a:pt x="132240" y="98593"/>
                    <a:pt x="169070" y="98593"/>
                    <a:pt x="188120" y="110023"/>
                  </a:cubicBezTo>
                  <a:cubicBezTo>
                    <a:pt x="208440" y="121453"/>
                    <a:pt x="224950" y="154473"/>
                    <a:pt x="227490" y="176063"/>
                  </a:cubicBezTo>
                  <a:cubicBezTo>
                    <a:pt x="230030" y="192573"/>
                    <a:pt x="222410" y="211623"/>
                    <a:pt x="213520" y="225593"/>
                  </a:cubicBezTo>
                  <a:cubicBezTo>
                    <a:pt x="203360" y="238293"/>
                    <a:pt x="188120" y="252263"/>
                    <a:pt x="171610" y="256073"/>
                  </a:cubicBezTo>
                  <a:cubicBezTo>
                    <a:pt x="151290" y="261153"/>
                    <a:pt x="114460" y="257343"/>
                    <a:pt x="96680" y="243373"/>
                  </a:cubicBezTo>
                  <a:cubicBezTo>
                    <a:pt x="78900" y="229403"/>
                    <a:pt x="67470" y="192573"/>
                    <a:pt x="64930" y="174793"/>
                  </a:cubicBezTo>
                  <a:cubicBezTo>
                    <a:pt x="63660" y="163363"/>
                    <a:pt x="64930" y="155743"/>
                    <a:pt x="71280" y="148123"/>
                  </a:cubicBezTo>
                  <a:cubicBezTo>
                    <a:pt x="80170" y="139233"/>
                    <a:pt x="111920" y="145583"/>
                    <a:pt x="125890" y="130343"/>
                  </a:cubicBezTo>
                  <a:cubicBezTo>
                    <a:pt x="144940" y="107483"/>
                    <a:pt x="127160" y="24933"/>
                    <a:pt x="148750" y="7153"/>
                  </a:cubicBezTo>
                  <a:cubicBezTo>
                    <a:pt x="165260" y="-5547"/>
                    <a:pt x="203360" y="803"/>
                    <a:pt x="222410" y="9693"/>
                  </a:cubicBezTo>
                  <a:cubicBezTo>
                    <a:pt x="238920" y="17313"/>
                    <a:pt x="252890" y="36363"/>
                    <a:pt x="259240" y="52873"/>
                  </a:cubicBezTo>
                  <a:cubicBezTo>
                    <a:pt x="264320" y="69383"/>
                    <a:pt x="266860" y="88433"/>
                    <a:pt x="257970" y="110023"/>
                  </a:cubicBezTo>
                  <a:cubicBezTo>
                    <a:pt x="240190" y="148123"/>
                    <a:pt x="156370" y="226863"/>
                    <a:pt x="118270" y="245913"/>
                  </a:cubicBezTo>
                  <a:cubicBezTo>
                    <a:pt x="97950" y="257343"/>
                    <a:pt x="81440" y="259883"/>
                    <a:pt x="63660" y="256073"/>
                  </a:cubicBezTo>
                  <a:cubicBezTo>
                    <a:pt x="47150" y="253533"/>
                    <a:pt x="26830" y="240833"/>
                    <a:pt x="16670" y="228133"/>
                  </a:cubicBezTo>
                  <a:cubicBezTo>
                    <a:pt x="5240" y="214163"/>
                    <a:pt x="-1110" y="191303"/>
                    <a:pt x="160" y="174793"/>
                  </a:cubicBezTo>
                  <a:cubicBezTo>
                    <a:pt x="1430" y="157013"/>
                    <a:pt x="23020" y="123993"/>
                    <a:pt x="23020" y="123993"/>
                  </a:cubicBezTo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30" id="30"/>
          <p:cNvGrpSpPr/>
          <p:nvPr/>
        </p:nvGrpSpPr>
        <p:grpSpPr>
          <a:xfrm rot="0">
            <a:off x="16718280" y="1726883"/>
            <a:ext cx="194310" cy="210503"/>
            <a:chOff x="0" y="0"/>
            <a:chExt cx="259080" cy="28067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50476" y="50038"/>
              <a:ext cx="157804" cy="180311"/>
            </a:xfrm>
            <a:custGeom>
              <a:avLst/>
              <a:gdLst/>
              <a:ahLst/>
              <a:cxnLst/>
              <a:rect r="r" b="b" t="t" l="l"/>
              <a:pathLst>
                <a:path h="180311" w="157804">
                  <a:moveTo>
                    <a:pt x="157804" y="102362"/>
                  </a:moveTo>
                  <a:cubicBezTo>
                    <a:pt x="110814" y="177292"/>
                    <a:pt x="91764" y="182372"/>
                    <a:pt x="76524" y="179832"/>
                  </a:cubicBezTo>
                  <a:cubicBezTo>
                    <a:pt x="56204" y="177292"/>
                    <a:pt x="25724" y="160782"/>
                    <a:pt x="14294" y="143002"/>
                  </a:cubicBezTo>
                  <a:cubicBezTo>
                    <a:pt x="2864" y="123952"/>
                    <a:pt x="1594" y="89662"/>
                    <a:pt x="10484" y="70612"/>
                  </a:cubicBezTo>
                  <a:cubicBezTo>
                    <a:pt x="19374" y="51562"/>
                    <a:pt x="47314" y="29972"/>
                    <a:pt x="67634" y="26162"/>
                  </a:cubicBezTo>
                  <a:cubicBezTo>
                    <a:pt x="89224" y="23622"/>
                    <a:pt x="120974" y="33782"/>
                    <a:pt x="136214" y="50292"/>
                  </a:cubicBezTo>
                  <a:cubicBezTo>
                    <a:pt x="150184" y="65532"/>
                    <a:pt x="160344" y="98552"/>
                    <a:pt x="155264" y="118872"/>
                  </a:cubicBezTo>
                  <a:cubicBezTo>
                    <a:pt x="151454" y="140462"/>
                    <a:pt x="128594" y="165862"/>
                    <a:pt x="108274" y="174752"/>
                  </a:cubicBezTo>
                  <a:cubicBezTo>
                    <a:pt x="89224" y="182372"/>
                    <a:pt x="54934" y="176022"/>
                    <a:pt x="37154" y="165862"/>
                  </a:cubicBezTo>
                  <a:cubicBezTo>
                    <a:pt x="23184" y="158242"/>
                    <a:pt x="13024" y="141732"/>
                    <a:pt x="6674" y="127762"/>
                  </a:cubicBezTo>
                  <a:cubicBezTo>
                    <a:pt x="1594" y="113792"/>
                    <a:pt x="-946" y="98552"/>
                    <a:pt x="324" y="83312"/>
                  </a:cubicBezTo>
                  <a:cubicBezTo>
                    <a:pt x="1594" y="66802"/>
                    <a:pt x="6674" y="43942"/>
                    <a:pt x="18104" y="29972"/>
                  </a:cubicBezTo>
                  <a:cubicBezTo>
                    <a:pt x="28264" y="16002"/>
                    <a:pt x="49854" y="3302"/>
                    <a:pt x="66364" y="762"/>
                  </a:cubicBezTo>
                  <a:cubicBezTo>
                    <a:pt x="84144" y="-1778"/>
                    <a:pt x="108274" y="2032"/>
                    <a:pt x="122244" y="12192"/>
                  </a:cubicBezTo>
                  <a:cubicBezTo>
                    <a:pt x="137484" y="21082"/>
                    <a:pt x="157804" y="57912"/>
                    <a:pt x="157804" y="57912"/>
                  </a:cubicBezTo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32" id="32"/>
          <p:cNvGrpSpPr/>
          <p:nvPr/>
        </p:nvGrpSpPr>
        <p:grpSpPr>
          <a:xfrm rot="0">
            <a:off x="16711612" y="1751648"/>
            <a:ext cx="273368" cy="3217545"/>
            <a:chOff x="0" y="0"/>
            <a:chExt cx="364490" cy="429006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50185" y="50661"/>
              <a:ext cx="265395" cy="4187889"/>
            </a:xfrm>
            <a:custGeom>
              <a:avLst/>
              <a:gdLst/>
              <a:ahLst/>
              <a:cxnLst/>
              <a:rect r="r" b="b" t="t" l="l"/>
              <a:pathLst>
                <a:path h="4187889" w="265395">
                  <a:moveTo>
                    <a:pt x="211435" y="72529"/>
                  </a:moveTo>
                  <a:cubicBezTo>
                    <a:pt x="248265" y="415429"/>
                    <a:pt x="205085" y="468769"/>
                    <a:pt x="170795" y="473849"/>
                  </a:cubicBezTo>
                  <a:cubicBezTo>
                    <a:pt x="139045" y="478929"/>
                    <a:pt x="85705" y="445909"/>
                    <a:pt x="64115" y="411619"/>
                  </a:cubicBezTo>
                  <a:cubicBezTo>
                    <a:pt x="38715" y="369709"/>
                    <a:pt x="51415" y="282079"/>
                    <a:pt x="50145" y="222389"/>
                  </a:cubicBezTo>
                  <a:cubicBezTo>
                    <a:pt x="47605" y="167779"/>
                    <a:pt x="39985" y="101739"/>
                    <a:pt x="51415" y="64909"/>
                  </a:cubicBezTo>
                  <a:cubicBezTo>
                    <a:pt x="59035" y="42049"/>
                    <a:pt x="71735" y="25539"/>
                    <a:pt x="85705" y="15379"/>
                  </a:cubicBezTo>
                  <a:cubicBezTo>
                    <a:pt x="97135" y="6489"/>
                    <a:pt x="109835" y="1409"/>
                    <a:pt x="125075" y="139"/>
                  </a:cubicBezTo>
                  <a:cubicBezTo>
                    <a:pt x="141585" y="-1131"/>
                    <a:pt x="168255" y="6489"/>
                    <a:pt x="183495" y="15379"/>
                  </a:cubicBezTo>
                  <a:cubicBezTo>
                    <a:pt x="196195" y="22999"/>
                    <a:pt x="205085" y="34429"/>
                    <a:pt x="211435" y="45859"/>
                  </a:cubicBezTo>
                  <a:cubicBezTo>
                    <a:pt x="217785" y="57289"/>
                    <a:pt x="224135" y="71259"/>
                    <a:pt x="220325" y="86499"/>
                  </a:cubicBezTo>
                  <a:cubicBezTo>
                    <a:pt x="215245" y="110629"/>
                    <a:pt x="149205" y="136029"/>
                    <a:pt x="142855" y="172859"/>
                  </a:cubicBezTo>
                  <a:cubicBezTo>
                    <a:pt x="135235" y="218579"/>
                    <a:pt x="202545" y="297319"/>
                    <a:pt x="213975" y="346849"/>
                  </a:cubicBezTo>
                  <a:cubicBezTo>
                    <a:pt x="222865" y="381139"/>
                    <a:pt x="220325" y="396379"/>
                    <a:pt x="222865" y="437019"/>
                  </a:cubicBezTo>
                  <a:cubicBezTo>
                    <a:pt x="225405" y="518299"/>
                    <a:pt x="234295" y="722769"/>
                    <a:pt x="224135" y="802779"/>
                  </a:cubicBezTo>
                  <a:cubicBezTo>
                    <a:pt x="217785" y="842149"/>
                    <a:pt x="205085" y="844689"/>
                    <a:pt x="198735" y="891679"/>
                  </a:cubicBezTo>
                  <a:cubicBezTo>
                    <a:pt x="177145" y="1051699"/>
                    <a:pt x="184765" y="1812429"/>
                    <a:pt x="201275" y="1985149"/>
                  </a:cubicBezTo>
                  <a:cubicBezTo>
                    <a:pt x="206355" y="2038489"/>
                    <a:pt x="217785" y="2044839"/>
                    <a:pt x="221595" y="2089289"/>
                  </a:cubicBezTo>
                  <a:cubicBezTo>
                    <a:pt x="230485" y="2171839"/>
                    <a:pt x="217785" y="2345829"/>
                    <a:pt x="224135" y="2439809"/>
                  </a:cubicBezTo>
                  <a:cubicBezTo>
                    <a:pt x="229215" y="2503309"/>
                    <a:pt x="241915" y="2517279"/>
                    <a:pt x="246995" y="2597289"/>
                  </a:cubicBezTo>
                  <a:cubicBezTo>
                    <a:pt x="264775" y="2842399"/>
                    <a:pt x="277475" y="3933329"/>
                    <a:pt x="246995" y="4098429"/>
                  </a:cubicBezTo>
                  <a:cubicBezTo>
                    <a:pt x="240645" y="4132719"/>
                    <a:pt x="238105" y="4144149"/>
                    <a:pt x="224135" y="4158119"/>
                  </a:cubicBezTo>
                  <a:cubicBezTo>
                    <a:pt x="211435" y="4173359"/>
                    <a:pt x="188575" y="4186059"/>
                    <a:pt x="168255" y="4187329"/>
                  </a:cubicBezTo>
                  <a:cubicBezTo>
                    <a:pt x="149205" y="4189869"/>
                    <a:pt x="122535" y="4183519"/>
                    <a:pt x="107295" y="4172089"/>
                  </a:cubicBezTo>
                  <a:cubicBezTo>
                    <a:pt x="90785" y="4161929"/>
                    <a:pt x="80625" y="4142879"/>
                    <a:pt x="70465" y="4120019"/>
                  </a:cubicBezTo>
                  <a:cubicBezTo>
                    <a:pt x="57765" y="4089539"/>
                    <a:pt x="50145" y="4043819"/>
                    <a:pt x="46335" y="3999369"/>
                  </a:cubicBezTo>
                  <a:cubicBezTo>
                    <a:pt x="39985" y="3944759"/>
                    <a:pt x="51415" y="3879989"/>
                    <a:pt x="45065" y="3813949"/>
                  </a:cubicBezTo>
                  <a:cubicBezTo>
                    <a:pt x="37445" y="3737749"/>
                    <a:pt x="-3195" y="3631069"/>
                    <a:pt x="615" y="3566299"/>
                  </a:cubicBezTo>
                  <a:cubicBezTo>
                    <a:pt x="3155" y="3523119"/>
                    <a:pt x="19665" y="3485019"/>
                    <a:pt x="32365" y="3460889"/>
                  </a:cubicBezTo>
                  <a:cubicBezTo>
                    <a:pt x="41255" y="3445649"/>
                    <a:pt x="50145" y="3436759"/>
                    <a:pt x="61575" y="3427869"/>
                  </a:cubicBezTo>
                  <a:cubicBezTo>
                    <a:pt x="71735" y="3420249"/>
                    <a:pt x="86975" y="3415169"/>
                    <a:pt x="100945" y="3412629"/>
                  </a:cubicBezTo>
                  <a:cubicBezTo>
                    <a:pt x="114915" y="3411359"/>
                    <a:pt x="130155" y="3411359"/>
                    <a:pt x="144125" y="3417709"/>
                  </a:cubicBezTo>
                  <a:cubicBezTo>
                    <a:pt x="160635" y="3425329"/>
                    <a:pt x="182225" y="3444379"/>
                    <a:pt x="191115" y="3459619"/>
                  </a:cubicBezTo>
                  <a:cubicBezTo>
                    <a:pt x="198735" y="3472319"/>
                    <a:pt x="202545" y="3487559"/>
                    <a:pt x="201275" y="3501529"/>
                  </a:cubicBezTo>
                  <a:cubicBezTo>
                    <a:pt x="201275" y="3518039"/>
                    <a:pt x="197465" y="3538359"/>
                    <a:pt x="187305" y="3551059"/>
                  </a:cubicBezTo>
                  <a:cubicBezTo>
                    <a:pt x="172065" y="3568839"/>
                    <a:pt x="136505" y="3589159"/>
                    <a:pt x="112375" y="3591699"/>
                  </a:cubicBezTo>
                  <a:cubicBezTo>
                    <a:pt x="93325" y="3592969"/>
                    <a:pt x="73005" y="3584079"/>
                    <a:pt x="59035" y="3573919"/>
                  </a:cubicBezTo>
                  <a:cubicBezTo>
                    <a:pt x="43795" y="3562489"/>
                    <a:pt x="29825" y="3545979"/>
                    <a:pt x="26015" y="3526929"/>
                  </a:cubicBezTo>
                  <a:cubicBezTo>
                    <a:pt x="20935" y="3504069"/>
                    <a:pt x="29825" y="3463429"/>
                    <a:pt x="43795" y="3444379"/>
                  </a:cubicBezTo>
                  <a:cubicBezTo>
                    <a:pt x="53955" y="3429139"/>
                    <a:pt x="74275" y="3418979"/>
                    <a:pt x="92055" y="3415169"/>
                  </a:cubicBezTo>
                  <a:cubicBezTo>
                    <a:pt x="109835" y="3410089"/>
                    <a:pt x="132695" y="3411359"/>
                    <a:pt x="149205" y="3420249"/>
                  </a:cubicBezTo>
                  <a:cubicBezTo>
                    <a:pt x="169525" y="3431679"/>
                    <a:pt x="194925" y="3464699"/>
                    <a:pt x="200005" y="3486289"/>
                  </a:cubicBezTo>
                  <a:cubicBezTo>
                    <a:pt x="205085" y="3505339"/>
                    <a:pt x="200005" y="3526929"/>
                    <a:pt x="191115" y="3543439"/>
                  </a:cubicBezTo>
                  <a:cubicBezTo>
                    <a:pt x="183495" y="3559949"/>
                    <a:pt x="168255" y="3576459"/>
                    <a:pt x="150475" y="3582809"/>
                  </a:cubicBezTo>
                  <a:cubicBezTo>
                    <a:pt x="128885" y="3591699"/>
                    <a:pt x="86975" y="3589159"/>
                    <a:pt x="66655" y="3578999"/>
                  </a:cubicBezTo>
                  <a:cubicBezTo>
                    <a:pt x="48875" y="3571379"/>
                    <a:pt x="36175" y="3552329"/>
                    <a:pt x="28555" y="3535819"/>
                  </a:cubicBezTo>
                  <a:cubicBezTo>
                    <a:pt x="22205" y="3519309"/>
                    <a:pt x="22205" y="3496449"/>
                    <a:pt x="24745" y="3481209"/>
                  </a:cubicBezTo>
                  <a:cubicBezTo>
                    <a:pt x="28555" y="3465969"/>
                    <a:pt x="33635" y="3453269"/>
                    <a:pt x="45065" y="3443109"/>
                  </a:cubicBezTo>
                  <a:cubicBezTo>
                    <a:pt x="57765" y="3430409"/>
                    <a:pt x="81895" y="3415169"/>
                    <a:pt x="100945" y="3412629"/>
                  </a:cubicBezTo>
                  <a:cubicBezTo>
                    <a:pt x="121265" y="3410089"/>
                    <a:pt x="146665" y="3418979"/>
                    <a:pt x="163175" y="3427869"/>
                  </a:cubicBezTo>
                  <a:cubicBezTo>
                    <a:pt x="175875" y="3435489"/>
                    <a:pt x="184765" y="3448189"/>
                    <a:pt x="191115" y="3459619"/>
                  </a:cubicBezTo>
                  <a:cubicBezTo>
                    <a:pt x="197465" y="3472319"/>
                    <a:pt x="201275" y="3485019"/>
                    <a:pt x="201275" y="3501529"/>
                  </a:cubicBezTo>
                  <a:cubicBezTo>
                    <a:pt x="202545" y="3529469"/>
                    <a:pt x="177145" y="3568839"/>
                    <a:pt x="177145" y="3610749"/>
                  </a:cubicBezTo>
                  <a:cubicBezTo>
                    <a:pt x="177145" y="3667899"/>
                    <a:pt x="217785" y="3759339"/>
                    <a:pt x="224135" y="3813949"/>
                  </a:cubicBezTo>
                  <a:cubicBezTo>
                    <a:pt x="229215" y="3850779"/>
                    <a:pt x="229215" y="3876179"/>
                    <a:pt x="224135" y="3905389"/>
                  </a:cubicBezTo>
                  <a:cubicBezTo>
                    <a:pt x="220325" y="3933329"/>
                    <a:pt x="198735" y="3958729"/>
                    <a:pt x="200005" y="3987939"/>
                  </a:cubicBezTo>
                  <a:cubicBezTo>
                    <a:pt x="202545" y="4023499"/>
                    <a:pt x="246995" y="4067949"/>
                    <a:pt x="246995" y="4098429"/>
                  </a:cubicBezTo>
                  <a:cubicBezTo>
                    <a:pt x="246995" y="4121289"/>
                    <a:pt x="238105" y="4144149"/>
                    <a:pt x="224135" y="4158119"/>
                  </a:cubicBezTo>
                  <a:cubicBezTo>
                    <a:pt x="211435" y="4173359"/>
                    <a:pt x="188575" y="4186059"/>
                    <a:pt x="168255" y="4187329"/>
                  </a:cubicBezTo>
                  <a:cubicBezTo>
                    <a:pt x="149205" y="4189869"/>
                    <a:pt x="122535" y="4183519"/>
                    <a:pt x="107295" y="4173359"/>
                  </a:cubicBezTo>
                  <a:cubicBezTo>
                    <a:pt x="90785" y="4161929"/>
                    <a:pt x="80625" y="4153039"/>
                    <a:pt x="70465" y="4120019"/>
                  </a:cubicBezTo>
                  <a:cubicBezTo>
                    <a:pt x="20935" y="3959999"/>
                    <a:pt x="97135" y="2730639"/>
                    <a:pt x="70465" y="2528709"/>
                  </a:cubicBezTo>
                  <a:cubicBezTo>
                    <a:pt x="62845" y="2479179"/>
                    <a:pt x="50145" y="2477909"/>
                    <a:pt x="45065" y="2439809"/>
                  </a:cubicBezTo>
                  <a:cubicBezTo>
                    <a:pt x="36175" y="2373769"/>
                    <a:pt x="50145" y="2251849"/>
                    <a:pt x="45065" y="2168029"/>
                  </a:cubicBezTo>
                  <a:cubicBezTo>
                    <a:pt x="41255" y="2094369"/>
                    <a:pt x="27285" y="2056269"/>
                    <a:pt x="22205" y="1962289"/>
                  </a:cubicBezTo>
                  <a:cubicBezTo>
                    <a:pt x="10775" y="1754009"/>
                    <a:pt x="10775" y="1159649"/>
                    <a:pt x="23475" y="961529"/>
                  </a:cubicBezTo>
                  <a:cubicBezTo>
                    <a:pt x="28555" y="876439"/>
                    <a:pt x="41255" y="851039"/>
                    <a:pt x="46335" y="779919"/>
                  </a:cubicBezTo>
                  <a:cubicBezTo>
                    <a:pt x="52685" y="680859"/>
                    <a:pt x="57765" y="520839"/>
                    <a:pt x="46335" y="420509"/>
                  </a:cubicBezTo>
                  <a:cubicBezTo>
                    <a:pt x="37445" y="348119"/>
                    <a:pt x="8235" y="285889"/>
                    <a:pt x="1885" y="233819"/>
                  </a:cubicBezTo>
                  <a:cubicBezTo>
                    <a:pt x="-1925" y="196989"/>
                    <a:pt x="615" y="169049"/>
                    <a:pt x="4425" y="138569"/>
                  </a:cubicBezTo>
                  <a:cubicBezTo>
                    <a:pt x="6965" y="111899"/>
                    <a:pt x="5695" y="83959"/>
                    <a:pt x="19665" y="62369"/>
                  </a:cubicBezTo>
                  <a:cubicBezTo>
                    <a:pt x="36175" y="39509"/>
                    <a:pt x="95865" y="1409"/>
                    <a:pt x="99675" y="6489"/>
                  </a:cubicBezTo>
                  <a:cubicBezTo>
                    <a:pt x="104755" y="10299"/>
                    <a:pt x="52685" y="87769"/>
                    <a:pt x="48875" y="86499"/>
                  </a:cubicBezTo>
                  <a:cubicBezTo>
                    <a:pt x="46335" y="85229"/>
                    <a:pt x="51415" y="58559"/>
                    <a:pt x="59035" y="45859"/>
                  </a:cubicBezTo>
                  <a:cubicBezTo>
                    <a:pt x="67925" y="30619"/>
                    <a:pt x="86975" y="11569"/>
                    <a:pt x="104755" y="5219"/>
                  </a:cubicBezTo>
                  <a:cubicBezTo>
                    <a:pt x="122535" y="-1131"/>
                    <a:pt x="147935" y="-1131"/>
                    <a:pt x="165715" y="5219"/>
                  </a:cubicBezTo>
                  <a:cubicBezTo>
                    <a:pt x="183495" y="11569"/>
                    <a:pt x="201275" y="24269"/>
                    <a:pt x="211435" y="45859"/>
                  </a:cubicBezTo>
                  <a:cubicBezTo>
                    <a:pt x="229215" y="85229"/>
                    <a:pt x="226675" y="193179"/>
                    <a:pt x="220325" y="245249"/>
                  </a:cubicBezTo>
                  <a:cubicBezTo>
                    <a:pt x="215245" y="279539"/>
                    <a:pt x="211435" y="307479"/>
                    <a:pt x="193655" y="327799"/>
                  </a:cubicBezTo>
                  <a:cubicBezTo>
                    <a:pt x="177145" y="349389"/>
                    <a:pt x="135235" y="377329"/>
                    <a:pt x="116185" y="369709"/>
                  </a:cubicBezTo>
                  <a:cubicBezTo>
                    <a:pt x="94595" y="362089"/>
                    <a:pt x="85705" y="299859"/>
                    <a:pt x="76815" y="257949"/>
                  </a:cubicBezTo>
                  <a:cubicBezTo>
                    <a:pt x="65385" y="204609"/>
                    <a:pt x="48875" y="113169"/>
                    <a:pt x="59035" y="73799"/>
                  </a:cubicBezTo>
                  <a:cubicBezTo>
                    <a:pt x="64115" y="50939"/>
                    <a:pt x="75545" y="36969"/>
                    <a:pt x="89515" y="26809"/>
                  </a:cubicBezTo>
                  <a:cubicBezTo>
                    <a:pt x="104755" y="17919"/>
                    <a:pt x="126345" y="11569"/>
                    <a:pt x="144125" y="14109"/>
                  </a:cubicBezTo>
                  <a:cubicBezTo>
                    <a:pt x="161905" y="15379"/>
                    <a:pt x="182225" y="28079"/>
                    <a:pt x="193655" y="39509"/>
                  </a:cubicBezTo>
                  <a:cubicBezTo>
                    <a:pt x="202545" y="48399"/>
                    <a:pt x="211435" y="72529"/>
                    <a:pt x="211435" y="72529"/>
                  </a:cubicBezTo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</p:grpSp>
      <p:sp>
        <p:nvSpPr>
          <p:cNvPr name="AutoShape 34" id="34"/>
          <p:cNvSpPr/>
          <p:nvPr/>
        </p:nvSpPr>
        <p:spPr>
          <a:xfrm>
            <a:off x="3333269" y="4734887"/>
            <a:ext cx="204797" cy="34271"/>
          </a:xfrm>
          <a:prstGeom prst="line">
            <a:avLst/>
          </a:prstGeom>
          <a:ln cap="flat" w="57150">
            <a:solidFill>
              <a:srgbClr val="FFFFFF"/>
            </a:solidFill>
            <a:prstDash val="solid"/>
            <a:headEnd type="none" len="sm" w="sm"/>
            <a:tailEnd type="arrow" len="sm" w="med"/>
          </a:ln>
        </p:spPr>
      </p:sp>
      <p:grpSp>
        <p:nvGrpSpPr>
          <p:cNvPr name="Group 35" id="35"/>
          <p:cNvGrpSpPr/>
          <p:nvPr/>
        </p:nvGrpSpPr>
        <p:grpSpPr>
          <a:xfrm rot="0">
            <a:off x="3199448" y="4647247"/>
            <a:ext cx="480060" cy="251460"/>
            <a:chOff x="0" y="0"/>
            <a:chExt cx="640080" cy="33528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49801" y="49960"/>
              <a:ext cx="538667" cy="238497"/>
            </a:xfrm>
            <a:custGeom>
              <a:avLst/>
              <a:gdLst/>
              <a:ahLst/>
              <a:cxnLst/>
              <a:rect r="r" b="b" t="t" l="l"/>
              <a:pathLst>
                <a:path h="238497" w="538667">
                  <a:moveTo>
                    <a:pt x="242299" y="167210"/>
                  </a:moveTo>
                  <a:cubicBezTo>
                    <a:pt x="56879" y="164670"/>
                    <a:pt x="39099" y="158320"/>
                    <a:pt x="26399" y="149430"/>
                  </a:cubicBezTo>
                  <a:cubicBezTo>
                    <a:pt x="16239" y="140540"/>
                    <a:pt x="8619" y="130380"/>
                    <a:pt x="4809" y="117680"/>
                  </a:cubicBezTo>
                  <a:cubicBezTo>
                    <a:pt x="-271" y="102440"/>
                    <a:pt x="-2811" y="77040"/>
                    <a:pt x="4809" y="60530"/>
                  </a:cubicBezTo>
                  <a:cubicBezTo>
                    <a:pt x="13699" y="41480"/>
                    <a:pt x="35289" y="21160"/>
                    <a:pt x="60689" y="12270"/>
                  </a:cubicBezTo>
                  <a:cubicBezTo>
                    <a:pt x="98789" y="-2970"/>
                    <a:pt x="183879" y="-4240"/>
                    <a:pt x="221979" y="9730"/>
                  </a:cubicBezTo>
                  <a:cubicBezTo>
                    <a:pt x="248649" y="19890"/>
                    <a:pt x="270239" y="40210"/>
                    <a:pt x="279129" y="60530"/>
                  </a:cubicBezTo>
                  <a:cubicBezTo>
                    <a:pt x="286749" y="77040"/>
                    <a:pt x="284209" y="102440"/>
                    <a:pt x="279129" y="117680"/>
                  </a:cubicBezTo>
                  <a:cubicBezTo>
                    <a:pt x="275319" y="131650"/>
                    <a:pt x="268969" y="139270"/>
                    <a:pt x="256269" y="150700"/>
                  </a:cubicBezTo>
                  <a:cubicBezTo>
                    <a:pt x="232139" y="169750"/>
                    <a:pt x="158479" y="207850"/>
                    <a:pt x="124189" y="206580"/>
                  </a:cubicBezTo>
                  <a:cubicBezTo>
                    <a:pt x="102599" y="205310"/>
                    <a:pt x="84819" y="192610"/>
                    <a:pt x="73389" y="178640"/>
                  </a:cubicBezTo>
                  <a:cubicBezTo>
                    <a:pt x="60689" y="164670"/>
                    <a:pt x="51799" y="141810"/>
                    <a:pt x="51799" y="124030"/>
                  </a:cubicBezTo>
                  <a:cubicBezTo>
                    <a:pt x="51799" y="106250"/>
                    <a:pt x="60689" y="83390"/>
                    <a:pt x="73389" y="69420"/>
                  </a:cubicBezTo>
                  <a:cubicBezTo>
                    <a:pt x="84819" y="55450"/>
                    <a:pt x="120379" y="37670"/>
                    <a:pt x="125459" y="42750"/>
                  </a:cubicBezTo>
                  <a:cubicBezTo>
                    <a:pt x="130539" y="49100"/>
                    <a:pt x="64499" y="154510"/>
                    <a:pt x="56879" y="151970"/>
                  </a:cubicBezTo>
                  <a:cubicBezTo>
                    <a:pt x="50529" y="149430"/>
                    <a:pt x="58149" y="84660"/>
                    <a:pt x="73389" y="60530"/>
                  </a:cubicBezTo>
                  <a:cubicBezTo>
                    <a:pt x="87359" y="36400"/>
                    <a:pt x="120379" y="18620"/>
                    <a:pt x="147049" y="9730"/>
                  </a:cubicBezTo>
                  <a:cubicBezTo>
                    <a:pt x="172449" y="840"/>
                    <a:pt x="197849" y="840"/>
                    <a:pt x="224519" y="5920"/>
                  </a:cubicBezTo>
                  <a:cubicBezTo>
                    <a:pt x="254999" y="11000"/>
                    <a:pt x="286749" y="44020"/>
                    <a:pt x="317229" y="46560"/>
                  </a:cubicBezTo>
                  <a:cubicBezTo>
                    <a:pt x="347709" y="49100"/>
                    <a:pt x="379459" y="28780"/>
                    <a:pt x="407399" y="26240"/>
                  </a:cubicBezTo>
                  <a:cubicBezTo>
                    <a:pt x="430259" y="23700"/>
                    <a:pt x="453119" y="22430"/>
                    <a:pt x="473439" y="28780"/>
                  </a:cubicBezTo>
                  <a:cubicBezTo>
                    <a:pt x="492489" y="35130"/>
                    <a:pt x="512809" y="49100"/>
                    <a:pt x="522969" y="63070"/>
                  </a:cubicBezTo>
                  <a:cubicBezTo>
                    <a:pt x="531859" y="74500"/>
                    <a:pt x="535669" y="88470"/>
                    <a:pt x="538209" y="101170"/>
                  </a:cubicBezTo>
                  <a:cubicBezTo>
                    <a:pt x="539479" y="115140"/>
                    <a:pt x="538209" y="130380"/>
                    <a:pt x="533129" y="143080"/>
                  </a:cubicBezTo>
                  <a:cubicBezTo>
                    <a:pt x="528049" y="154510"/>
                    <a:pt x="519159" y="167210"/>
                    <a:pt x="508999" y="176100"/>
                  </a:cubicBezTo>
                  <a:cubicBezTo>
                    <a:pt x="498839" y="184990"/>
                    <a:pt x="491219" y="191340"/>
                    <a:pt x="473439" y="195150"/>
                  </a:cubicBezTo>
                  <a:cubicBezTo>
                    <a:pt x="435339" y="205310"/>
                    <a:pt x="336279" y="190070"/>
                    <a:pt x="281669" y="198960"/>
                  </a:cubicBezTo>
                  <a:cubicBezTo>
                    <a:pt x="239759" y="205310"/>
                    <a:pt x="209279" y="229440"/>
                    <a:pt x="172449" y="234520"/>
                  </a:cubicBezTo>
                  <a:cubicBezTo>
                    <a:pt x="138159" y="238330"/>
                    <a:pt x="97519" y="243410"/>
                    <a:pt x="69579" y="228170"/>
                  </a:cubicBezTo>
                  <a:cubicBezTo>
                    <a:pt x="39099" y="210390"/>
                    <a:pt x="6079" y="162130"/>
                    <a:pt x="2269" y="129110"/>
                  </a:cubicBezTo>
                  <a:cubicBezTo>
                    <a:pt x="-1541" y="101170"/>
                    <a:pt x="12429" y="68150"/>
                    <a:pt x="28939" y="46560"/>
                  </a:cubicBezTo>
                  <a:cubicBezTo>
                    <a:pt x="44179" y="26240"/>
                    <a:pt x="74659" y="5920"/>
                    <a:pt x="97519" y="840"/>
                  </a:cubicBezTo>
                  <a:cubicBezTo>
                    <a:pt x="115299" y="-1700"/>
                    <a:pt x="136889" y="3380"/>
                    <a:pt x="152129" y="14810"/>
                  </a:cubicBezTo>
                  <a:cubicBezTo>
                    <a:pt x="171179" y="27510"/>
                    <a:pt x="191499" y="63070"/>
                    <a:pt x="194039" y="85930"/>
                  </a:cubicBezTo>
                  <a:cubicBezTo>
                    <a:pt x="196579" y="103710"/>
                    <a:pt x="190229" y="125300"/>
                    <a:pt x="177529" y="139270"/>
                  </a:cubicBezTo>
                  <a:cubicBezTo>
                    <a:pt x="163559" y="157050"/>
                    <a:pt x="127999" y="176100"/>
                    <a:pt x="105139" y="177370"/>
                  </a:cubicBezTo>
                  <a:cubicBezTo>
                    <a:pt x="86089" y="178640"/>
                    <a:pt x="65769" y="169750"/>
                    <a:pt x="51799" y="158320"/>
                  </a:cubicBezTo>
                  <a:cubicBezTo>
                    <a:pt x="37829" y="148160"/>
                    <a:pt x="25129" y="129110"/>
                    <a:pt x="20049" y="111330"/>
                  </a:cubicBezTo>
                  <a:cubicBezTo>
                    <a:pt x="16239" y="94820"/>
                    <a:pt x="16239" y="71960"/>
                    <a:pt x="23859" y="55450"/>
                  </a:cubicBezTo>
                  <a:cubicBezTo>
                    <a:pt x="35289" y="35130"/>
                    <a:pt x="65769" y="9730"/>
                    <a:pt x="87359" y="3380"/>
                  </a:cubicBezTo>
                  <a:cubicBezTo>
                    <a:pt x="106409" y="-2970"/>
                    <a:pt x="127999" y="2110"/>
                    <a:pt x="143239" y="9730"/>
                  </a:cubicBezTo>
                  <a:cubicBezTo>
                    <a:pt x="159749" y="17350"/>
                    <a:pt x="177529" y="31320"/>
                    <a:pt x="183879" y="49100"/>
                  </a:cubicBezTo>
                  <a:cubicBezTo>
                    <a:pt x="192769" y="69420"/>
                    <a:pt x="196579" y="121490"/>
                    <a:pt x="182609" y="131650"/>
                  </a:cubicBezTo>
                  <a:cubicBezTo>
                    <a:pt x="168639" y="141810"/>
                    <a:pt x="92439" y="112600"/>
                    <a:pt x="89899" y="97360"/>
                  </a:cubicBezTo>
                  <a:cubicBezTo>
                    <a:pt x="87359" y="82120"/>
                    <a:pt x="126729" y="51640"/>
                    <a:pt x="162289" y="38940"/>
                  </a:cubicBezTo>
                  <a:cubicBezTo>
                    <a:pt x="224519" y="16080"/>
                    <a:pt x="399779" y="21160"/>
                    <a:pt x="453119" y="26240"/>
                  </a:cubicBezTo>
                  <a:cubicBezTo>
                    <a:pt x="472169" y="27510"/>
                    <a:pt x="481059" y="30050"/>
                    <a:pt x="492489" y="36400"/>
                  </a:cubicBezTo>
                  <a:cubicBezTo>
                    <a:pt x="503919" y="41480"/>
                    <a:pt x="515349" y="51640"/>
                    <a:pt x="522969" y="63070"/>
                  </a:cubicBezTo>
                  <a:cubicBezTo>
                    <a:pt x="530589" y="74500"/>
                    <a:pt x="535669" y="88470"/>
                    <a:pt x="538209" y="101170"/>
                  </a:cubicBezTo>
                  <a:cubicBezTo>
                    <a:pt x="539479" y="115140"/>
                    <a:pt x="538209" y="130380"/>
                    <a:pt x="533129" y="143080"/>
                  </a:cubicBezTo>
                  <a:cubicBezTo>
                    <a:pt x="528049" y="154510"/>
                    <a:pt x="519159" y="167210"/>
                    <a:pt x="508999" y="176100"/>
                  </a:cubicBezTo>
                  <a:cubicBezTo>
                    <a:pt x="500109" y="184990"/>
                    <a:pt x="491219" y="191340"/>
                    <a:pt x="473439" y="195150"/>
                  </a:cubicBezTo>
                  <a:cubicBezTo>
                    <a:pt x="435339" y="204040"/>
                    <a:pt x="338819" y="201500"/>
                    <a:pt x="285479" y="193880"/>
                  </a:cubicBezTo>
                  <a:cubicBezTo>
                    <a:pt x="244839" y="188800"/>
                    <a:pt x="192769" y="188800"/>
                    <a:pt x="180069" y="167210"/>
                  </a:cubicBezTo>
                  <a:cubicBezTo>
                    <a:pt x="169909" y="148160"/>
                    <a:pt x="208009" y="83390"/>
                    <a:pt x="205469" y="82120"/>
                  </a:cubicBezTo>
                  <a:cubicBezTo>
                    <a:pt x="201659" y="80850"/>
                    <a:pt x="162289" y="195150"/>
                    <a:pt x="144509" y="206580"/>
                  </a:cubicBezTo>
                  <a:cubicBezTo>
                    <a:pt x="138159" y="210390"/>
                    <a:pt x="133079" y="209120"/>
                    <a:pt x="124189" y="206580"/>
                  </a:cubicBezTo>
                  <a:cubicBezTo>
                    <a:pt x="108949" y="201500"/>
                    <a:pt x="72119" y="181180"/>
                    <a:pt x="61959" y="162130"/>
                  </a:cubicBezTo>
                  <a:cubicBezTo>
                    <a:pt x="51799" y="145620"/>
                    <a:pt x="51799" y="121490"/>
                    <a:pt x="54339" y="103710"/>
                  </a:cubicBezTo>
                  <a:cubicBezTo>
                    <a:pt x="56879" y="91010"/>
                    <a:pt x="60689" y="80850"/>
                    <a:pt x="73389" y="69420"/>
                  </a:cubicBezTo>
                  <a:cubicBezTo>
                    <a:pt x="94979" y="47830"/>
                    <a:pt x="172449" y="11000"/>
                    <a:pt x="202929" y="7190"/>
                  </a:cubicBezTo>
                  <a:cubicBezTo>
                    <a:pt x="218169" y="5920"/>
                    <a:pt x="228329" y="9730"/>
                    <a:pt x="241029" y="17350"/>
                  </a:cubicBezTo>
                  <a:cubicBezTo>
                    <a:pt x="254999" y="26240"/>
                    <a:pt x="272779" y="44020"/>
                    <a:pt x="279129" y="60530"/>
                  </a:cubicBezTo>
                  <a:cubicBezTo>
                    <a:pt x="285479" y="77040"/>
                    <a:pt x="285479" y="101170"/>
                    <a:pt x="279129" y="117680"/>
                  </a:cubicBezTo>
                  <a:cubicBezTo>
                    <a:pt x="272779" y="135460"/>
                    <a:pt x="261349" y="151970"/>
                    <a:pt x="241029" y="160860"/>
                  </a:cubicBezTo>
                  <a:cubicBezTo>
                    <a:pt x="204199" y="178640"/>
                    <a:pt x="100059" y="178640"/>
                    <a:pt x="60689" y="165940"/>
                  </a:cubicBezTo>
                  <a:cubicBezTo>
                    <a:pt x="37829" y="159590"/>
                    <a:pt x="23859" y="149430"/>
                    <a:pt x="13699" y="134190"/>
                  </a:cubicBezTo>
                  <a:cubicBezTo>
                    <a:pt x="3539" y="120220"/>
                    <a:pt x="-1541" y="97360"/>
                    <a:pt x="999" y="79580"/>
                  </a:cubicBezTo>
                  <a:cubicBezTo>
                    <a:pt x="2269" y="61800"/>
                    <a:pt x="14969" y="41480"/>
                    <a:pt x="26399" y="30050"/>
                  </a:cubicBezTo>
                  <a:cubicBezTo>
                    <a:pt x="36559" y="19890"/>
                    <a:pt x="44179" y="16080"/>
                    <a:pt x="60689" y="12270"/>
                  </a:cubicBezTo>
                  <a:cubicBezTo>
                    <a:pt x="96249" y="3380"/>
                    <a:pt x="200389" y="3380"/>
                    <a:pt x="242299" y="11000"/>
                  </a:cubicBezTo>
                  <a:cubicBezTo>
                    <a:pt x="265159" y="14810"/>
                    <a:pt x="280399" y="18620"/>
                    <a:pt x="294369" y="31320"/>
                  </a:cubicBezTo>
                  <a:cubicBezTo>
                    <a:pt x="307069" y="42750"/>
                    <a:pt x="317229" y="64340"/>
                    <a:pt x="319769" y="79580"/>
                  </a:cubicBezTo>
                  <a:cubicBezTo>
                    <a:pt x="322309" y="92280"/>
                    <a:pt x="321039" y="104980"/>
                    <a:pt x="314689" y="116410"/>
                  </a:cubicBezTo>
                  <a:cubicBezTo>
                    <a:pt x="308339" y="131650"/>
                    <a:pt x="291829" y="150700"/>
                    <a:pt x="277859" y="158320"/>
                  </a:cubicBezTo>
                  <a:cubicBezTo>
                    <a:pt x="267699" y="164670"/>
                    <a:pt x="242299" y="167210"/>
                    <a:pt x="242299" y="167210"/>
                  </a:cubicBezTo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37" id="37"/>
          <p:cNvGrpSpPr/>
          <p:nvPr/>
        </p:nvGrpSpPr>
        <p:grpSpPr>
          <a:xfrm rot="0">
            <a:off x="5328285" y="4652010"/>
            <a:ext cx="406718" cy="243840"/>
            <a:chOff x="0" y="0"/>
            <a:chExt cx="542290" cy="32512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42432" y="42286"/>
              <a:ext cx="449699" cy="242956"/>
            </a:xfrm>
            <a:custGeom>
              <a:avLst/>
              <a:gdLst/>
              <a:ahLst/>
              <a:cxnLst/>
              <a:rect r="r" b="b" t="t" l="l"/>
              <a:pathLst>
                <a:path h="242956" w="449699">
                  <a:moveTo>
                    <a:pt x="363968" y="168534"/>
                  </a:moveTo>
                  <a:cubicBezTo>
                    <a:pt x="94728" y="154564"/>
                    <a:pt x="115048" y="107574"/>
                    <a:pt x="131558" y="87254"/>
                  </a:cubicBezTo>
                  <a:cubicBezTo>
                    <a:pt x="148068" y="68204"/>
                    <a:pt x="173468" y="60584"/>
                    <a:pt x="203948" y="54234"/>
                  </a:cubicBezTo>
                  <a:cubicBezTo>
                    <a:pt x="245858" y="44074"/>
                    <a:pt x="322058" y="40264"/>
                    <a:pt x="363968" y="50424"/>
                  </a:cubicBezTo>
                  <a:cubicBezTo>
                    <a:pt x="393178" y="58044"/>
                    <a:pt x="421118" y="70744"/>
                    <a:pt x="435088" y="88524"/>
                  </a:cubicBezTo>
                  <a:cubicBezTo>
                    <a:pt x="446518" y="102494"/>
                    <a:pt x="450328" y="122814"/>
                    <a:pt x="449058" y="140594"/>
                  </a:cubicBezTo>
                  <a:cubicBezTo>
                    <a:pt x="449058" y="157104"/>
                    <a:pt x="442708" y="178694"/>
                    <a:pt x="430008" y="191394"/>
                  </a:cubicBezTo>
                  <a:cubicBezTo>
                    <a:pt x="413498" y="206634"/>
                    <a:pt x="377938" y="223144"/>
                    <a:pt x="355078" y="220604"/>
                  </a:cubicBezTo>
                  <a:cubicBezTo>
                    <a:pt x="332218" y="218064"/>
                    <a:pt x="300468" y="195204"/>
                    <a:pt x="289038" y="176154"/>
                  </a:cubicBezTo>
                  <a:cubicBezTo>
                    <a:pt x="278878" y="160914"/>
                    <a:pt x="276338" y="139324"/>
                    <a:pt x="280148" y="122814"/>
                  </a:cubicBezTo>
                  <a:cubicBezTo>
                    <a:pt x="285228" y="101224"/>
                    <a:pt x="306818" y="68204"/>
                    <a:pt x="328408" y="58044"/>
                  </a:cubicBezTo>
                  <a:cubicBezTo>
                    <a:pt x="349998" y="49154"/>
                    <a:pt x="388098" y="50424"/>
                    <a:pt x="408418" y="63124"/>
                  </a:cubicBezTo>
                  <a:cubicBezTo>
                    <a:pt x="428738" y="74554"/>
                    <a:pt x="446518" y="108844"/>
                    <a:pt x="449058" y="131704"/>
                  </a:cubicBezTo>
                  <a:cubicBezTo>
                    <a:pt x="451598" y="149484"/>
                    <a:pt x="446518" y="169804"/>
                    <a:pt x="435088" y="183774"/>
                  </a:cubicBezTo>
                  <a:cubicBezTo>
                    <a:pt x="421118" y="201554"/>
                    <a:pt x="396988" y="212984"/>
                    <a:pt x="363968" y="221874"/>
                  </a:cubicBezTo>
                  <a:cubicBezTo>
                    <a:pt x="304278" y="237114"/>
                    <a:pt x="156958" y="254894"/>
                    <a:pt x="95998" y="232034"/>
                  </a:cubicBezTo>
                  <a:cubicBezTo>
                    <a:pt x="55358" y="218064"/>
                    <a:pt x="26148" y="187584"/>
                    <a:pt x="12178" y="157104"/>
                  </a:cubicBezTo>
                  <a:cubicBezTo>
                    <a:pt x="-522" y="127894"/>
                    <a:pt x="-5602" y="82174"/>
                    <a:pt x="8368" y="58044"/>
                  </a:cubicBezTo>
                  <a:cubicBezTo>
                    <a:pt x="24878" y="31374"/>
                    <a:pt x="65518" y="18674"/>
                    <a:pt x="108698" y="8514"/>
                  </a:cubicBezTo>
                  <a:cubicBezTo>
                    <a:pt x="178548" y="-5456"/>
                    <a:pt x="351268" y="-2916"/>
                    <a:pt x="400798" y="21214"/>
                  </a:cubicBezTo>
                  <a:cubicBezTo>
                    <a:pt x="422388" y="31374"/>
                    <a:pt x="431278" y="46614"/>
                    <a:pt x="437628" y="63124"/>
                  </a:cubicBezTo>
                  <a:cubicBezTo>
                    <a:pt x="443978" y="78364"/>
                    <a:pt x="442708" y="102494"/>
                    <a:pt x="437628" y="117734"/>
                  </a:cubicBezTo>
                  <a:cubicBezTo>
                    <a:pt x="433818" y="130434"/>
                    <a:pt x="426198" y="140594"/>
                    <a:pt x="416038" y="149484"/>
                  </a:cubicBezTo>
                  <a:cubicBezTo>
                    <a:pt x="403338" y="159644"/>
                    <a:pt x="363968" y="168534"/>
                    <a:pt x="363968" y="168534"/>
                  </a:cubicBezTo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39" id="39"/>
          <p:cNvGrpSpPr/>
          <p:nvPr/>
        </p:nvGrpSpPr>
        <p:grpSpPr>
          <a:xfrm rot="0">
            <a:off x="2444115" y="3607117"/>
            <a:ext cx="542925" cy="311468"/>
            <a:chOff x="0" y="0"/>
            <a:chExt cx="723900" cy="41529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50342" y="47223"/>
              <a:ext cx="622846" cy="323519"/>
            </a:xfrm>
            <a:custGeom>
              <a:avLst/>
              <a:gdLst/>
              <a:ahLst/>
              <a:cxnLst/>
              <a:rect r="r" b="b" t="t" l="l"/>
              <a:pathLst>
                <a:path h="323519" w="622846">
                  <a:moveTo>
                    <a:pt x="544018" y="194077"/>
                  </a:moveTo>
                  <a:cubicBezTo>
                    <a:pt x="56338" y="194077"/>
                    <a:pt x="42368" y="188997"/>
                    <a:pt x="28398" y="178837"/>
                  </a:cubicBezTo>
                  <a:cubicBezTo>
                    <a:pt x="16968" y="169947"/>
                    <a:pt x="10618" y="157247"/>
                    <a:pt x="5538" y="145817"/>
                  </a:cubicBezTo>
                  <a:cubicBezTo>
                    <a:pt x="458" y="133117"/>
                    <a:pt x="-812" y="117877"/>
                    <a:pt x="458" y="105177"/>
                  </a:cubicBezTo>
                  <a:cubicBezTo>
                    <a:pt x="1728" y="92477"/>
                    <a:pt x="8078" y="78507"/>
                    <a:pt x="14428" y="68347"/>
                  </a:cubicBezTo>
                  <a:cubicBezTo>
                    <a:pt x="22048" y="56917"/>
                    <a:pt x="33478" y="46757"/>
                    <a:pt x="44908" y="41677"/>
                  </a:cubicBezTo>
                  <a:cubicBezTo>
                    <a:pt x="56338" y="35327"/>
                    <a:pt x="70308" y="28977"/>
                    <a:pt x="84278" y="31517"/>
                  </a:cubicBezTo>
                  <a:cubicBezTo>
                    <a:pt x="103328" y="36597"/>
                    <a:pt x="123648" y="79777"/>
                    <a:pt x="147778" y="83587"/>
                  </a:cubicBezTo>
                  <a:cubicBezTo>
                    <a:pt x="171908" y="87397"/>
                    <a:pt x="202388" y="55647"/>
                    <a:pt x="232868" y="53107"/>
                  </a:cubicBezTo>
                  <a:cubicBezTo>
                    <a:pt x="263348" y="49297"/>
                    <a:pt x="296368" y="56917"/>
                    <a:pt x="328118" y="67077"/>
                  </a:cubicBezTo>
                  <a:cubicBezTo>
                    <a:pt x="364948" y="77237"/>
                    <a:pt x="401778" y="105177"/>
                    <a:pt x="441148" y="117877"/>
                  </a:cubicBezTo>
                  <a:cubicBezTo>
                    <a:pt x="480518" y="131847"/>
                    <a:pt x="545288" y="122957"/>
                    <a:pt x="563068" y="148357"/>
                  </a:cubicBezTo>
                  <a:cubicBezTo>
                    <a:pt x="580848" y="171217"/>
                    <a:pt x="573228" y="224557"/>
                    <a:pt x="559258" y="252497"/>
                  </a:cubicBezTo>
                  <a:cubicBezTo>
                    <a:pt x="546558" y="279167"/>
                    <a:pt x="517348" y="300757"/>
                    <a:pt x="483058" y="313457"/>
                  </a:cubicBezTo>
                  <a:cubicBezTo>
                    <a:pt x="434798" y="329967"/>
                    <a:pt x="352248" y="322347"/>
                    <a:pt x="288748" y="317267"/>
                  </a:cubicBezTo>
                  <a:cubicBezTo>
                    <a:pt x="225248" y="312187"/>
                    <a:pt x="140158" y="315997"/>
                    <a:pt x="99518" y="280437"/>
                  </a:cubicBezTo>
                  <a:cubicBezTo>
                    <a:pt x="60148" y="246147"/>
                    <a:pt x="25858" y="154707"/>
                    <a:pt x="42368" y="114067"/>
                  </a:cubicBezTo>
                  <a:cubicBezTo>
                    <a:pt x="57608" y="75967"/>
                    <a:pt x="131268" y="55647"/>
                    <a:pt x="182068" y="37867"/>
                  </a:cubicBezTo>
                  <a:cubicBezTo>
                    <a:pt x="236678" y="18817"/>
                    <a:pt x="306528" y="11197"/>
                    <a:pt x="359868" y="6117"/>
                  </a:cubicBezTo>
                  <a:cubicBezTo>
                    <a:pt x="403048" y="2307"/>
                    <a:pt x="442418" y="-4043"/>
                    <a:pt x="475438" y="3577"/>
                  </a:cubicBezTo>
                  <a:cubicBezTo>
                    <a:pt x="504648" y="9927"/>
                    <a:pt x="536398" y="22627"/>
                    <a:pt x="550368" y="42947"/>
                  </a:cubicBezTo>
                  <a:cubicBezTo>
                    <a:pt x="564338" y="63267"/>
                    <a:pt x="565608" y="103907"/>
                    <a:pt x="559258" y="125497"/>
                  </a:cubicBezTo>
                  <a:cubicBezTo>
                    <a:pt x="554178" y="144547"/>
                    <a:pt x="537668" y="159787"/>
                    <a:pt x="522428" y="169947"/>
                  </a:cubicBezTo>
                  <a:cubicBezTo>
                    <a:pt x="507188" y="178837"/>
                    <a:pt x="485598" y="185187"/>
                    <a:pt x="466548" y="181377"/>
                  </a:cubicBezTo>
                  <a:cubicBezTo>
                    <a:pt x="443688" y="177567"/>
                    <a:pt x="409398" y="154707"/>
                    <a:pt x="397968" y="135657"/>
                  </a:cubicBezTo>
                  <a:cubicBezTo>
                    <a:pt x="386538" y="119147"/>
                    <a:pt x="385268" y="96287"/>
                    <a:pt x="387808" y="78507"/>
                  </a:cubicBezTo>
                  <a:cubicBezTo>
                    <a:pt x="390348" y="60727"/>
                    <a:pt x="399238" y="40407"/>
                    <a:pt x="414478" y="27707"/>
                  </a:cubicBezTo>
                  <a:cubicBezTo>
                    <a:pt x="432258" y="13737"/>
                    <a:pt x="471628" y="-233"/>
                    <a:pt x="495758" y="6117"/>
                  </a:cubicBezTo>
                  <a:cubicBezTo>
                    <a:pt x="519888" y="11197"/>
                    <a:pt x="549098" y="39137"/>
                    <a:pt x="559258" y="59457"/>
                  </a:cubicBezTo>
                  <a:cubicBezTo>
                    <a:pt x="568148" y="77237"/>
                    <a:pt x="566878" y="98827"/>
                    <a:pt x="563068" y="116607"/>
                  </a:cubicBezTo>
                  <a:cubicBezTo>
                    <a:pt x="557988" y="134387"/>
                    <a:pt x="545288" y="153437"/>
                    <a:pt x="530048" y="163597"/>
                  </a:cubicBezTo>
                  <a:cubicBezTo>
                    <a:pt x="516078" y="175027"/>
                    <a:pt x="497028" y="181377"/>
                    <a:pt x="476708" y="182647"/>
                  </a:cubicBezTo>
                  <a:cubicBezTo>
                    <a:pt x="452578" y="182647"/>
                    <a:pt x="423368" y="158517"/>
                    <a:pt x="396698" y="161057"/>
                  </a:cubicBezTo>
                  <a:cubicBezTo>
                    <a:pt x="366218" y="163597"/>
                    <a:pt x="337008" y="194077"/>
                    <a:pt x="301448" y="205507"/>
                  </a:cubicBezTo>
                  <a:cubicBezTo>
                    <a:pt x="256998" y="218207"/>
                    <a:pt x="165558" y="249957"/>
                    <a:pt x="149048" y="230907"/>
                  </a:cubicBezTo>
                  <a:cubicBezTo>
                    <a:pt x="135078" y="214397"/>
                    <a:pt x="160478" y="133117"/>
                    <a:pt x="183338" y="120417"/>
                  </a:cubicBezTo>
                  <a:cubicBezTo>
                    <a:pt x="202388" y="110257"/>
                    <a:pt x="237948" y="138197"/>
                    <a:pt x="265888" y="140737"/>
                  </a:cubicBezTo>
                  <a:cubicBezTo>
                    <a:pt x="295098" y="144547"/>
                    <a:pt x="329388" y="134387"/>
                    <a:pt x="357328" y="142007"/>
                  </a:cubicBezTo>
                  <a:cubicBezTo>
                    <a:pt x="385268" y="148357"/>
                    <a:pt x="419558" y="158517"/>
                    <a:pt x="432258" y="178837"/>
                  </a:cubicBezTo>
                  <a:cubicBezTo>
                    <a:pt x="446228" y="200427"/>
                    <a:pt x="450038" y="256307"/>
                    <a:pt x="433528" y="270277"/>
                  </a:cubicBezTo>
                  <a:cubicBezTo>
                    <a:pt x="409398" y="289327"/>
                    <a:pt x="305258" y="230907"/>
                    <a:pt x="254458" y="224557"/>
                  </a:cubicBezTo>
                  <a:cubicBezTo>
                    <a:pt x="220168" y="219477"/>
                    <a:pt x="193498" y="227097"/>
                    <a:pt x="163018" y="223287"/>
                  </a:cubicBezTo>
                  <a:cubicBezTo>
                    <a:pt x="129998" y="218207"/>
                    <a:pt x="88088" y="206777"/>
                    <a:pt x="63958" y="196617"/>
                  </a:cubicBezTo>
                  <a:cubicBezTo>
                    <a:pt x="48718" y="191537"/>
                    <a:pt x="38558" y="187727"/>
                    <a:pt x="28398" y="178837"/>
                  </a:cubicBezTo>
                  <a:cubicBezTo>
                    <a:pt x="18238" y="169947"/>
                    <a:pt x="9348" y="158517"/>
                    <a:pt x="5538" y="145817"/>
                  </a:cubicBezTo>
                  <a:cubicBezTo>
                    <a:pt x="458" y="129307"/>
                    <a:pt x="458" y="102637"/>
                    <a:pt x="5538" y="86127"/>
                  </a:cubicBezTo>
                  <a:cubicBezTo>
                    <a:pt x="9348" y="72157"/>
                    <a:pt x="18238" y="61997"/>
                    <a:pt x="28398" y="53107"/>
                  </a:cubicBezTo>
                  <a:cubicBezTo>
                    <a:pt x="38558" y="44217"/>
                    <a:pt x="44908" y="39137"/>
                    <a:pt x="63958" y="34057"/>
                  </a:cubicBezTo>
                  <a:cubicBezTo>
                    <a:pt x="131268" y="17547"/>
                    <a:pt x="465278" y="22627"/>
                    <a:pt x="544018" y="36597"/>
                  </a:cubicBezTo>
                  <a:cubicBezTo>
                    <a:pt x="570688" y="41677"/>
                    <a:pt x="583388" y="44217"/>
                    <a:pt x="596088" y="56917"/>
                  </a:cubicBezTo>
                  <a:cubicBezTo>
                    <a:pt x="611328" y="72157"/>
                    <a:pt x="624028" y="103907"/>
                    <a:pt x="622758" y="125497"/>
                  </a:cubicBezTo>
                  <a:cubicBezTo>
                    <a:pt x="621488" y="143277"/>
                    <a:pt x="608788" y="162327"/>
                    <a:pt x="596088" y="175027"/>
                  </a:cubicBezTo>
                  <a:cubicBezTo>
                    <a:pt x="583388" y="186457"/>
                    <a:pt x="544018" y="194077"/>
                    <a:pt x="544018" y="194077"/>
                  </a:cubicBezTo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41" id="41"/>
          <p:cNvGrpSpPr/>
          <p:nvPr/>
        </p:nvGrpSpPr>
        <p:grpSpPr>
          <a:xfrm rot="0">
            <a:off x="5209222" y="3325178"/>
            <a:ext cx="401003" cy="593407"/>
            <a:chOff x="0" y="0"/>
            <a:chExt cx="534670" cy="79121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50048" y="50662"/>
              <a:ext cx="433924" cy="690496"/>
            </a:xfrm>
            <a:custGeom>
              <a:avLst/>
              <a:gdLst/>
              <a:ahLst/>
              <a:cxnLst/>
              <a:rect r="r" b="b" t="t" l="l"/>
              <a:pathLst>
                <a:path h="690496" w="433924">
                  <a:moveTo>
                    <a:pt x="432552" y="390028"/>
                  </a:moveTo>
                  <a:cubicBezTo>
                    <a:pt x="353812" y="635138"/>
                    <a:pt x="365242" y="631328"/>
                    <a:pt x="366512" y="635138"/>
                  </a:cubicBezTo>
                  <a:cubicBezTo>
                    <a:pt x="369052" y="641488"/>
                    <a:pt x="357622" y="659268"/>
                    <a:pt x="346192" y="668158"/>
                  </a:cubicBezTo>
                  <a:cubicBezTo>
                    <a:pt x="330952" y="679588"/>
                    <a:pt x="295392" y="693558"/>
                    <a:pt x="273802" y="688478"/>
                  </a:cubicBezTo>
                  <a:cubicBezTo>
                    <a:pt x="252212" y="684668"/>
                    <a:pt x="230622" y="669428"/>
                    <a:pt x="215382" y="641488"/>
                  </a:cubicBezTo>
                  <a:cubicBezTo>
                    <a:pt x="183632" y="583068"/>
                    <a:pt x="200142" y="409078"/>
                    <a:pt x="181092" y="310018"/>
                  </a:cubicBezTo>
                  <a:cubicBezTo>
                    <a:pt x="165852" y="228738"/>
                    <a:pt x="122672" y="134758"/>
                    <a:pt x="121402" y="90308"/>
                  </a:cubicBezTo>
                  <a:cubicBezTo>
                    <a:pt x="120132" y="71258"/>
                    <a:pt x="123942" y="62368"/>
                    <a:pt x="129022" y="49668"/>
                  </a:cubicBezTo>
                  <a:cubicBezTo>
                    <a:pt x="135372" y="38238"/>
                    <a:pt x="142992" y="25538"/>
                    <a:pt x="155692" y="17918"/>
                  </a:cubicBezTo>
                  <a:cubicBezTo>
                    <a:pt x="169662" y="7758"/>
                    <a:pt x="195062" y="-1132"/>
                    <a:pt x="214112" y="138"/>
                  </a:cubicBezTo>
                  <a:cubicBezTo>
                    <a:pt x="233162" y="1408"/>
                    <a:pt x="256022" y="12838"/>
                    <a:pt x="268722" y="26808"/>
                  </a:cubicBezTo>
                  <a:cubicBezTo>
                    <a:pt x="282692" y="39508"/>
                    <a:pt x="287772" y="53478"/>
                    <a:pt x="294122" y="82688"/>
                  </a:cubicBezTo>
                  <a:cubicBezTo>
                    <a:pt x="309362" y="160158"/>
                    <a:pt x="306822" y="445908"/>
                    <a:pt x="285232" y="539888"/>
                  </a:cubicBezTo>
                  <a:cubicBezTo>
                    <a:pt x="275072" y="584338"/>
                    <a:pt x="268722" y="613548"/>
                    <a:pt x="242052" y="635138"/>
                  </a:cubicBezTo>
                  <a:cubicBezTo>
                    <a:pt x="210302" y="660538"/>
                    <a:pt x="122672" y="687208"/>
                    <a:pt x="89652" y="665618"/>
                  </a:cubicBezTo>
                  <a:cubicBezTo>
                    <a:pt x="52822" y="641488"/>
                    <a:pt x="71872" y="501788"/>
                    <a:pt x="51552" y="467498"/>
                  </a:cubicBezTo>
                  <a:cubicBezTo>
                    <a:pt x="41392" y="452258"/>
                    <a:pt x="26152" y="450988"/>
                    <a:pt x="17262" y="440828"/>
                  </a:cubicBezTo>
                  <a:cubicBezTo>
                    <a:pt x="9642" y="429398"/>
                    <a:pt x="2022" y="416698"/>
                    <a:pt x="752" y="401458"/>
                  </a:cubicBezTo>
                  <a:cubicBezTo>
                    <a:pt x="-1788" y="383678"/>
                    <a:pt x="2022" y="355738"/>
                    <a:pt x="13452" y="339228"/>
                  </a:cubicBezTo>
                  <a:cubicBezTo>
                    <a:pt x="23612" y="322718"/>
                    <a:pt x="43932" y="306208"/>
                    <a:pt x="62982" y="301128"/>
                  </a:cubicBezTo>
                  <a:cubicBezTo>
                    <a:pt x="82032" y="294778"/>
                    <a:pt x="108702" y="292238"/>
                    <a:pt x="126482" y="306208"/>
                  </a:cubicBezTo>
                  <a:cubicBezTo>
                    <a:pt x="159502" y="331608"/>
                    <a:pt x="195062" y="461148"/>
                    <a:pt x="196332" y="506868"/>
                  </a:cubicBezTo>
                  <a:cubicBezTo>
                    <a:pt x="196332" y="530998"/>
                    <a:pt x="189982" y="547508"/>
                    <a:pt x="179822" y="561478"/>
                  </a:cubicBezTo>
                  <a:cubicBezTo>
                    <a:pt x="169662" y="576718"/>
                    <a:pt x="153152" y="591958"/>
                    <a:pt x="134102" y="595768"/>
                  </a:cubicBezTo>
                  <a:cubicBezTo>
                    <a:pt x="111242" y="600848"/>
                    <a:pt x="71872" y="597038"/>
                    <a:pt x="51552" y="581798"/>
                  </a:cubicBezTo>
                  <a:cubicBezTo>
                    <a:pt x="32502" y="566558"/>
                    <a:pt x="15992" y="529728"/>
                    <a:pt x="17262" y="505598"/>
                  </a:cubicBezTo>
                  <a:cubicBezTo>
                    <a:pt x="18532" y="480198"/>
                    <a:pt x="40122" y="445908"/>
                    <a:pt x="61712" y="434478"/>
                  </a:cubicBezTo>
                  <a:cubicBezTo>
                    <a:pt x="82032" y="421778"/>
                    <a:pt x="122672" y="419238"/>
                    <a:pt x="144262" y="430668"/>
                  </a:cubicBezTo>
                  <a:cubicBezTo>
                    <a:pt x="167122" y="440828"/>
                    <a:pt x="189982" y="475118"/>
                    <a:pt x="195062" y="496708"/>
                  </a:cubicBezTo>
                  <a:cubicBezTo>
                    <a:pt x="198872" y="515758"/>
                    <a:pt x="193792" y="537348"/>
                    <a:pt x="184902" y="553858"/>
                  </a:cubicBezTo>
                  <a:cubicBezTo>
                    <a:pt x="176012" y="569098"/>
                    <a:pt x="162042" y="585608"/>
                    <a:pt x="142992" y="591958"/>
                  </a:cubicBezTo>
                  <a:cubicBezTo>
                    <a:pt x="121402" y="599578"/>
                    <a:pt x="80762" y="597038"/>
                    <a:pt x="59172" y="586878"/>
                  </a:cubicBezTo>
                  <a:cubicBezTo>
                    <a:pt x="42662" y="577988"/>
                    <a:pt x="32502" y="565288"/>
                    <a:pt x="23612" y="543698"/>
                  </a:cubicBezTo>
                  <a:cubicBezTo>
                    <a:pt x="7102" y="504328"/>
                    <a:pt x="-4328" y="359548"/>
                    <a:pt x="4562" y="358278"/>
                  </a:cubicBezTo>
                  <a:cubicBezTo>
                    <a:pt x="10912" y="355738"/>
                    <a:pt x="56632" y="463688"/>
                    <a:pt x="51552" y="467498"/>
                  </a:cubicBezTo>
                  <a:cubicBezTo>
                    <a:pt x="47742" y="470038"/>
                    <a:pt x="14722" y="439558"/>
                    <a:pt x="7102" y="421778"/>
                  </a:cubicBezTo>
                  <a:cubicBezTo>
                    <a:pt x="-518" y="403998"/>
                    <a:pt x="-518" y="376058"/>
                    <a:pt x="3292" y="358278"/>
                  </a:cubicBezTo>
                  <a:cubicBezTo>
                    <a:pt x="7102" y="344308"/>
                    <a:pt x="15992" y="332878"/>
                    <a:pt x="26152" y="322718"/>
                  </a:cubicBezTo>
                  <a:cubicBezTo>
                    <a:pt x="36312" y="312558"/>
                    <a:pt x="49012" y="304938"/>
                    <a:pt x="62982" y="301128"/>
                  </a:cubicBezTo>
                  <a:cubicBezTo>
                    <a:pt x="80762" y="297318"/>
                    <a:pt x="108702" y="296048"/>
                    <a:pt x="126482" y="306208"/>
                  </a:cubicBezTo>
                  <a:cubicBezTo>
                    <a:pt x="145532" y="315098"/>
                    <a:pt x="159502" y="339228"/>
                    <a:pt x="173472" y="362088"/>
                  </a:cubicBezTo>
                  <a:cubicBezTo>
                    <a:pt x="192522" y="392568"/>
                    <a:pt x="215382" y="438288"/>
                    <a:pt x="225542" y="475118"/>
                  </a:cubicBezTo>
                  <a:cubicBezTo>
                    <a:pt x="234432" y="508138"/>
                    <a:pt x="249672" y="557668"/>
                    <a:pt x="234432" y="570368"/>
                  </a:cubicBezTo>
                  <a:cubicBezTo>
                    <a:pt x="217922" y="585608"/>
                    <a:pt x="136642" y="574178"/>
                    <a:pt x="109972" y="539888"/>
                  </a:cubicBezTo>
                  <a:cubicBezTo>
                    <a:pt x="59172" y="472578"/>
                    <a:pt x="99812" y="146188"/>
                    <a:pt x="122672" y="69988"/>
                  </a:cubicBezTo>
                  <a:cubicBezTo>
                    <a:pt x="131562" y="42048"/>
                    <a:pt x="140452" y="29348"/>
                    <a:pt x="155692" y="17918"/>
                  </a:cubicBezTo>
                  <a:cubicBezTo>
                    <a:pt x="170932" y="6488"/>
                    <a:pt x="195062" y="-1132"/>
                    <a:pt x="214112" y="138"/>
                  </a:cubicBezTo>
                  <a:cubicBezTo>
                    <a:pt x="233162" y="1408"/>
                    <a:pt x="254752" y="11568"/>
                    <a:pt x="268722" y="26808"/>
                  </a:cubicBezTo>
                  <a:cubicBezTo>
                    <a:pt x="287772" y="44588"/>
                    <a:pt x="300472" y="81418"/>
                    <a:pt x="306822" y="109358"/>
                  </a:cubicBezTo>
                  <a:cubicBezTo>
                    <a:pt x="313172" y="134758"/>
                    <a:pt x="304282" y="160158"/>
                    <a:pt x="310632" y="186828"/>
                  </a:cubicBezTo>
                  <a:cubicBezTo>
                    <a:pt x="316982" y="217308"/>
                    <a:pt x="341112" y="241438"/>
                    <a:pt x="350002" y="282078"/>
                  </a:cubicBezTo>
                  <a:cubicBezTo>
                    <a:pt x="366512" y="346848"/>
                    <a:pt x="369052" y="484008"/>
                    <a:pt x="370322" y="548778"/>
                  </a:cubicBezTo>
                  <a:cubicBezTo>
                    <a:pt x="370322" y="585608"/>
                    <a:pt x="375402" y="612278"/>
                    <a:pt x="366512" y="635138"/>
                  </a:cubicBezTo>
                  <a:cubicBezTo>
                    <a:pt x="360162" y="654188"/>
                    <a:pt x="346192" y="670698"/>
                    <a:pt x="330952" y="679588"/>
                  </a:cubicBezTo>
                  <a:cubicBezTo>
                    <a:pt x="315712" y="688478"/>
                    <a:pt x="291582" y="693558"/>
                    <a:pt x="273802" y="688478"/>
                  </a:cubicBezTo>
                  <a:cubicBezTo>
                    <a:pt x="253482" y="683398"/>
                    <a:pt x="225542" y="660538"/>
                    <a:pt x="215382" y="641488"/>
                  </a:cubicBezTo>
                  <a:cubicBezTo>
                    <a:pt x="207762" y="624978"/>
                    <a:pt x="210302" y="609738"/>
                    <a:pt x="212842" y="583068"/>
                  </a:cubicBezTo>
                  <a:cubicBezTo>
                    <a:pt x="220462" y="528458"/>
                    <a:pt x="262372" y="365898"/>
                    <a:pt x="295392" y="325258"/>
                  </a:cubicBezTo>
                  <a:cubicBezTo>
                    <a:pt x="310632" y="306208"/>
                    <a:pt x="327142" y="299858"/>
                    <a:pt x="343652" y="297318"/>
                  </a:cubicBezTo>
                  <a:cubicBezTo>
                    <a:pt x="360162" y="294778"/>
                    <a:pt x="383022" y="298588"/>
                    <a:pt x="398262" y="308748"/>
                  </a:cubicBezTo>
                  <a:cubicBezTo>
                    <a:pt x="412232" y="317638"/>
                    <a:pt x="426202" y="337958"/>
                    <a:pt x="431282" y="351928"/>
                  </a:cubicBezTo>
                  <a:cubicBezTo>
                    <a:pt x="436362" y="364628"/>
                    <a:pt x="432552" y="390028"/>
                    <a:pt x="432552" y="390028"/>
                  </a:cubicBezTo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43" id="43"/>
          <p:cNvGrpSpPr/>
          <p:nvPr/>
        </p:nvGrpSpPr>
        <p:grpSpPr>
          <a:xfrm rot="0">
            <a:off x="6459855" y="3869055"/>
            <a:ext cx="375285" cy="246697"/>
            <a:chOff x="0" y="0"/>
            <a:chExt cx="500380" cy="32893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50569" y="45658"/>
              <a:ext cx="402146" cy="231202"/>
            </a:xfrm>
            <a:custGeom>
              <a:avLst/>
              <a:gdLst/>
              <a:ahLst/>
              <a:cxnLst/>
              <a:rect r="r" b="b" t="t" l="l"/>
              <a:pathLst>
                <a:path h="231202" w="402146">
                  <a:moveTo>
                    <a:pt x="308841" y="231202"/>
                  </a:moveTo>
                  <a:cubicBezTo>
                    <a:pt x="44681" y="170242"/>
                    <a:pt x="35791" y="166432"/>
                    <a:pt x="25631" y="156272"/>
                  </a:cubicBezTo>
                  <a:cubicBezTo>
                    <a:pt x="14201" y="143572"/>
                    <a:pt x="1501" y="121982"/>
                    <a:pt x="231" y="104202"/>
                  </a:cubicBezTo>
                  <a:cubicBezTo>
                    <a:pt x="-1039" y="86422"/>
                    <a:pt x="4041" y="62292"/>
                    <a:pt x="15471" y="48322"/>
                  </a:cubicBezTo>
                  <a:cubicBezTo>
                    <a:pt x="25631" y="33082"/>
                    <a:pt x="39601" y="24192"/>
                    <a:pt x="63731" y="16572"/>
                  </a:cubicBezTo>
                  <a:cubicBezTo>
                    <a:pt x="109451" y="1332"/>
                    <a:pt x="238991" y="-6288"/>
                    <a:pt x="282171" y="6412"/>
                  </a:cubicBezTo>
                  <a:cubicBezTo>
                    <a:pt x="303761" y="14032"/>
                    <a:pt x="315191" y="25462"/>
                    <a:pt x="325351" y="39432"/>
                  </a:cubicBezTo>
                  <a:cubicBezTo>
                    <a:pt x="334241" y="53402"/>
                    <a:pt x="340591" y="73722"/>
                    <a:pt x="339321" y="90232"/>
                  </a:cubicBezTo>
                  <a:cubicBezTo>
                    <a:pt x="338051" y="106742"/>
                    <a:pt x="330431" y="127062"/>
                    <a:pt x="319001" y="139762"/>
                  </a:cubicBezTo>
                  <a:cubicBezTo>
                    <a:pt x="308841" y="152462"/>
                    <a:pt x="291061" y="165162"/>
                    <a:pt x="274551" y="167702"/>
                  </a:cubicBezTo>
                  <a:cubicBezTo>
                    <a:pt x="252961" y="170242"/>
                    <a:pt x="214861" y="162622"/>
                    <a:pt x="198351" y="146112"/>
                  </a:cubicBezTo>
                  <a:cubicBezTo>
                    <a:pt x="181841" y="130872"/>
                    <a:pt x="170411" y="95312"/>
                    <a:pt x="174221" y="72452"/>
                  </a:cubicBezTo>
                  <a:cubicBezTo>
                    <a:pt x="176761" y="49592"/>
                    <a:pt x="202161" y="21652"/>
                    <a:pt x="221211" y="10222"/>
                  </a:cubicBezTo>
                  <a:cubicBezTo>
                    <a:pt x="236451" y="1332"/>
                    <a:pt x="258041" y="1332"/>
                    <a:pt x="273281" y="5142"/>
                  </a:cubicBezTo>
                  <a:cubicBezTo>
                    <a:pt x="289791" y="7682"/>
                    <a:pt x="308841" y="19112"/>
                    <a:pt x="319001" y="31812"/>
                  </a:cubicBezTo>
                  <a:cubicBezTo>
                    <a:pt x="330431" y="44512"/>
                    <a:pt x="338051" y="64832"/>
                    <a:pt x="339321" y="81342"/>
                  </a:cubicBezTo>
                  <a:cubicBezTo>
                    <a:pt x="340591" y="97852"/>
                    <a:pt x="334241" y="119442"/>
                    <a:pt x="325351" y="133412"/>
                  </a:cubicBezTo>
                  <a:cubicBezTo>
                    <a:pt x="315191" y="147382"/>
                    <a:pt x="303761" y="157542"/>
                    <a:pt x="282171" y="165162"/>
                  </a:cubicBezTo>
                  <a:cubicBezTo>
                    <a:pt x="238991" y="180402"/>
                    <a:pt x="100561" y="184212"/>
                    <a:pt x="59921" y="174052"/>
                  </a:cubicBezTo>
                  <a:cubicBezTo>
                    <a:pt x="43411" y="170242"/>
                    <a:pt x="35791" y="165162"/>
                    <a:pt x="25631" y="156272"/>
                  </a:cubicBezTo>
                  <a:cubicBezTo>
                    <a:pt x="14201" y="143572"/>
                    <a:pt x="1501" y="121982"/>
                    <a:pt x="231" y="104202"/>
                  </a:cubicBezTo>
                  <a:cubicBezTo>
                    <a:pt x="-1039" y="86422"/>
                    <a:pt x="2771" y="62292"/>
                    <a:pt x="15471" y="48322"/>
                  </a:cubicBezTo>
                  <a:cubicBezTo>
                    <a:pt x="28171" y="31812"/>
                    <a:pt x="52301" y="17842"/>
                    <a:pt x="82781" y="14032"/>
                  </a:cubicBezTo>
                  <a:cubicBezTo>
                    <a:pt x="142471" y="7682"/>
                    <a:pt x="308841" y="55942"/>
                    <a:pt x="357101" y="83882"/>
                  </a:cubicBezTo>
                  <a:cubicBezTo>
                    <a:pt x="378691" y="95312"/>
                    <a:pt x="388851" y="106742"/>
                    <a:pt x="396471" y="123252"/>
                  </a:cubicBezTo>
                  <a:cubicBezTo>
                    <a:pt x="402821" y="138492"/>
                    <a:pt x="404091" y="162622"/>
                    <a:pt x="399011" y="179132"/>
                  </a:cubicBezTo>
                  <a:cubicBezTo>
                    <a:pt x="392661" y="195642"/>
                    <a:pt x="378691" y="213422"/>
                    <a:pt x="363451" y="222312"/>
                  </a:cubicBezTo>
                  <a:cubicBezTo>
                    <a:pt x="348211" y="231202"/>
                    <a:pt x="308841" y="231202"/>
                    <a:pt x="308841" y="231202"/>
                  </a:cubicBezTo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45" id="45"/>
          <p:cNvGrpSpPr/>
          <p:nvPr/>
        </p:nvGrpSpPr>
        <p:grpSpPr>
          <a:xfrm rot="0">
            <a:off x="7416165" y="4702492"/>
            <a:ext cx="365760" cy="199072"/>
            <a:chOff x="0" y="0"/>
            <a:chExt cx="487680" cy="26543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46501" y="43334"/>
              <a:ext cx="390940" cy="182256"/>
            </a:xfrm>
            <a:custGeom>
              <a:avLst/>
              <a:gdLst/>
              <a:ahLst/>
              <a:cxnLst/>
              <a:rect r="r" b="b" t="t" l="l"/>
              <a:pathLst>
                <a:path h="182256" w="390940">
                  <a:moveTo>
                    <a:pt x="188449" y="168756"/>
                  </a:moveTo>
                  <a:cubicBezTo>
                    <a:pt x="23349" y="150976"/>
                    <a:pt x="10649" y="134466"/>
                    <a:pt x="4299" y="117956"/>
                  </a:cubicBezTo>
                  <a:cubicBezTo>
                    <a:pt x="-781" y="101446"/>
                    <a:pt x="-2051" y="78586"/>
                    <a:pt x="4299" y="62076"/>
                  </a:cubicBezTo>
                  <a:cubicBezTo>
                    <a:pt x="13189" y="43026"/>
                    <a:pt x="32239" y="25246"/>
                    <a:pt x="60179" y="13816"/>
                  </a:cubicBezTo>
                  <a:cubicBezTo>
                    <a:pt x="113519" y="-6504"/>
                    <a:pt x="281159" y="-1424"/>
                    <a:pt x="328149" y="10006"/>
                  </a:cubicBezTo>
                  <a:cubicBezTo>
                    <a:pt x="345929" y="15086"/>
                    <a:pt x="353549" y="18896"/>
                    <a:pt x="363709" y="29056"/>
                  </a:cubicBezTo>
                  <a:cubicBezTo>
                    <a:pt x="375139" y="40486"/>
                    <a:pt x="387839" y="62076"/>
                    <a:pt x="390379" y="79856"/>
                  </a:cubicBezTo>
                  <a:cubicBezTo>
                    <a:pt x="392919" y="98906"/>
                    <a:pt x="386569" y="121766"/>
                    <a:pt x="376409" y="137006"/>
                  </a:cubicBezTo>
                  <a:cubicBezTo>
                    <a:pt x="366249" y="152246"/>
                    <a:pt x="348469" y="164946"/>
                    <a:pt x="328149" y="170026"/>
                  </a:cubicBezTo>
                  <a:cubicBezTo>
                    <a:pt x="302749" y="177646"/>
                    <a:pt x="257029" y="180186"/>
                    <a:pt x="230359" y="168756"/>
                  </a:cubicBezTo>
                  <a:cubicBezTo>
                    <a:pt x="207499" y="158596"/>
                    <a:pt x="184639" y="131926"/>
                    <a:pt x="177019" y="112876"/>
                  </a:cubicBezTo>
                  <a:cubicBezTo>
                    <a:pt x="171939" y="96366"/>
                    <a:pt x="174479" y="74776"/>
                    <a:pt x="180829" y="59536"/>
                  </a:cubicBezTo>
                  <a:cubicBezTo>
                    <a:pt x="187179" y="44296"/>
                    <a:pt x="198609" y="27786"/>
                    <a:pt x="215119" y="20166"/>
                  </a:cubicBezTo>
                  <a:cubicBezTo>
                    <a:pt x="234169" y="10006"/>
                    <a:pt x="270999" y="6196"/>
                    <a:pt x="291319" y="15086"/>
                  </a:cubicBezTo>
                  <a:cubicBezTo>
                    <a:pt x="312909" y="25246"/>
                    <a:pt x="334499" y="54456"/>
                    <a:pt x="338309" y="77316"/>
                  </a:cubicBezTo>
                  <a:cubicBezTo>
                    <a:pt x="342119" y="98906"/>
                    <a:pt x="330689" y="134466"/>
                    <a:pt x="314179" y="149706"/>
                  </a:cubicBezTo>
                  <a:cubicBezTo>
                    <a:pt x="297669" y="166216"/>
                    <a:pt x="262109" y="176376"/>
                    <a:pt x="239249" y="171296"/>
                  </a:cubicBezTo>
                  <a:cubicBezTo>
                    <a:pt x="217659" y="166216"/>
                    <a:pt x="188449" y="142086"/>
                    <a:pt x="180829" y="120496"/>
                  </a:cubicBezTo>
                  <a:cubicBezTo>
                    <a:pt x="171939" y="100176"/>
                    <a:pt x="175749" y="63346"/>
                    <a:pt x="188449" y="44296"/>
                  </a:cubicBezTo>
                  <a:cubicBezTo>
                    <a:pt x="201149" y="25246"/>
                    <a:pt x="231629" y="12546"/>
                    <a:pt x="257029" y="7466"/>
                  </a:cubicBezTo>
                  <a:cubicBezTo>
                    <a:pt x="283699" y="2386"/>
                    <a:pt x="324339" y="6196"/>
                    <a:pt x="347199" y="17626"/>
                  </a:cubicBezTo>
                  <a:cubicBezTo>
                    <a:pt x="364979" y="26516"/>
                    <a:pt x="378949" y="44296"/>
                    <a:pt x="385299" y="60806"/>
                  </a:cubicBezTo>
                  <a:cubicBezTo>
                    <a:pt x="391649" y="78586"/>
                    <a:pt x="392919" y="102716"/>
                    <a:pt x="385299" y="119226"/>
                  </a:cubicBezTo>
                  <a:cubicBezTo>
                    <a:pt x="376409" y="139546"/>
                    <a:pt x="357359" y="159866"/>
                    <a:pt x="328149" y="170026"/>
                  </a:cubicBezTo>
                  <a:cubicBezTo>
                    <a:pt x="273539" y="190346"/>
                    <a:pt x="110979" y="182726"/>
                    <a:pt x="60179" y="166216"/>
                  </a:cubicBezTo>
                  <a:cubicBezTo>
                    <a:pt x="36049" y="159866"/>
                    <a:pt x="23349" y="150976"/>
                    <a:pt x="13189" y="134466"/>
                  </a:cubicBezTo>
                  <a:cubicBezTo>
                    <a:pt x="3029" y="117956"/>
                    <a:pt x="-3321" y="82396"/>
                    <a:pt x="4299" y="62076"/>
                  </a:cubicBezTo>
                  <a:cubicBezTo>
                    <a:pt x="11919" y="41756"/>
                    <a:pt x="33509" y="22706"/>
                    <a:pt x="60179" y="13816"/>
                  </a:cubicBezTo>
                  <a:cubicBezTo>
                    <a:pt x="98279" y="-154"/>
                    <a:pt x="192259" y="4926"/>
                    <a:pt x="225279" y="21436"/>
                  </a:cubicBezTo>
                  <a:cubicBezTo>
                    <a:pt x="244329" y="30326"/>
                    <a:pt x="255759" y="46836"/>
                    <a:pt x="262109" y="62076"/>
                  </a:cubicBezTo>
                  <a:cubicBezTo>
                    <a:pt x="268459" y="78586"/>
                    <a:pt x="268459" y="101446"/>
                    <a:pt x="262109" y="117956"/>
                  </a:cubicBezTo>
                  <a:cubicBezTo>
                    <a:pt x="255759" y="134466"/>
                    <a:pt x="239249" y="150976"/>
                    <a:pt x="225279" y="159866"/>
                  </a:cubicBezTo>
                  <a:cubicBezTo>
                    <a:pt x="213849" y="166216"/>
                    <a:pt x="188449" y="168756"/>
                    <a:pt x="188449" y="168756"/>
                  </a:cubicBezTo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</p:grpSp>
      <p:sp>
        <p:nvSpPr>
          <p:cNvPr name="Freeform 47" id="47"/>
          <p:cNvSpPr/>
          <p:nvPr/>
        </p:nvSpPr>
        <p:spPr>
          <a:xfrm flipH="false" flipV="false" rot="0">
            <a:off x="1456261" y="1498637"/>
            <a:ext cx="6539780" cy="3653080"/>
          </a:xfrm>
          <a:custGeom>
            <a:avLst/>
            <a:gdLst/>
            <a:ahLst/>
            <a:cxnLst/>
            <a:rect r="r" b="b" t="t" l="l"/>
            <a:pathLst>
              <a:path h="3653080" w="6539780">
                <a:moveTo>
                  <a:pt x="0" y="0"/>
                </a:moveTo>
                <a:lnTo>
                  <a:pt x="6539780" y="0"/>
                </a:lnTo>
                <a:lnTo>
                  <a:pt x="6539780" y="3653081"/>
                </a:lnTo>
                <a:lnTo>
                  <a:pt x="0" y="365308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grpSp>
        <p:nvGrpSpPr>
          <p:cNvPr name="Group 48" id="48"/>
          <p:cNvGrpSpPr/>
          <p:nvPr/>
        </p:nvGrpSpPr>
        <p:grpSpPr>
          <a:xfrm rot="0">
            <a:off x="1627823" y="2433638"/>
            <a:ext cx="1946910" cy="1583055"/>
            <a:chOff x="0" y="0"/>
            <a:chExt cx="2595880" cy="2110740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50800" y="50594"/>
              <a:ext cx="2495726" cy="2015618"/>
            </a:xfrm>
            <a:custGeom>
              <a:avLst/>
              <a:gdLst/>
              <a:ahLst/>
              <a:cxnLst/>
              <a:rect r="r" b="b" t="t" l="l"/>
              <a:pathLst>
                <a:path h="2015618" w="2495726">
                  <a:moveTo>
                    <a:pt x="0" y="1387046"/>
                  </a:moveTo>
                  <a:cubicBezTo>
                    <a:pt x="8890" y="1285446"/>
                    <a:pt x="27940" y="1265126"/>
                    <a:pt x="39370" y="1240996"/>
                  </a:cubicBezTo>
                  <a:cubicBezTo>
                    <a:pt x="50800" y="1216866"/>
                    <a:pt x="69850" y="1164796"/>
                    <a:pt x="69850" y="1164796"/>
                  </a:cubicBezTo>
                  <a:cubicBezTo>
                    <a:pt x="69850" y="1164796"/>
                    <a:pt x="69850" y="1164796"/>
                    <a:pt x="69850" y="1163526"/>
                  </a:cubicBezTo>
                  <a:cubicBezTo>
                    <a:pt x="69850" y="1157176"/>
                    <a:pt x="69850" y="1117806"/>
                    <a:pt x="69850" y="1092406"/>
                  </a:cubicBezTo>
                  <a:cubicBezTo>
                    <a:pt x="69850" y="1063196"/>
                    <a:pt x="69850" y="1031446"/>
                    <a:pt x="71120" y="1000966"/>
                  </a:cubicBezTo>
                  <a:cubicBezTo>
                    <a:pt x="71120" y="970486"/>
                    <a:pt x="71120" y="941276"/>
                    <a:pt x="71120" y="910796"/>
                  </a:cubicBezTo>
                  <a:cubicBezTo>
                    <a:pt x="72390" y="879046"/>
                    <a:pt x="72390" y="815546"/>
                    <a:pt x="72390" y="814276"/>
                  </a:cubicBezTo>
                  <a:cubicBezTo>
                    <a:pt x="72390" y="814276"/>
                    <a:pt x="73660" y="807926"/>
                    <a:pt x="73660" y="805386"/>
                  </a:cubicBezTo>
                  <a:cubicBezTo>
                    <a:pt x="73660" y="801576"/>
                    <a:pt x="74930" y="795226"/>
                    <a:pt x="74930" y="795226"/>
                  </a:cubicBezTo>
                  <a:cubicBezTo>
                    <a:pt x="74930" y="795226"/>
                    <a:pt x="77470" y="788876"/>
                    <a:pt x="77470" y="785066"/>
                  </a:cubicBezTo>
                  <a:cubicBezTo>
                    <a:pt x="78740" y="782526"/>
                    <a:pt x="81280" y="776176"/>
                    <a:pt x="81280" y="776176"/>
                  </a:cubicBezTo>
                  <a:cubicBezTo>
                    <a:pt x="81280" y="776176"/>
                    <a:pt x="85090" y="769826"/>
                    <a:pt x="86360" y="767286"/>
                  </a:cubicBezTo>
                  <a:cubicBezTo>
                    <a:pt x="88900" y="764746"/>
                    <a:pt x="91440" y="759666"/>
                    <a:pt x="91440" y="759666"/>
                  </a:cubicBezTo>
                  <a:cubicBezTo>
                    <a:pt x="92710" y="758396"/>
                    <a:pt x="96520" y="754586"/>
                    <a:pt x="99060" y="752046"/>
                  </a:cubicBezTo>
                  <a:cubicBezTo>
                    <a:pt x="101600" y="750776"/>
                    <a:pt x="104140" y="749506"/>
                    <a:pt x="104140" y="746966"/>
                  </a:cubicBezTo>
                  <a:cubicBezTo>
                    <a:pt x="105410" y="744426"/>
                    <a:pt x="101600" y="741886"/>
                    <a:pt x="101600" y="735536"/>
                  </a:cubicBezTo>
                  <a:cubicBezTo>
                    <a:pt x="102870" y="717756"/>
                    <a:pt x="115570" y="645366"/>
                    <a:pt x="139700" y="627586"/>
                  </a:cubicBezTo>
                  <a:cubicBezTo>
                    <a:pt x="160020" y="612346"/>
                    <a:pt x="215900" y="632666"/>
                    <a:pt x="224790" y="625046"/>
                  </a:cubicBezTo>
                  <a:cubicBezTo>
                    <a:pt x="228600" y="621236"/>
                    <a:pt x="226060" y="617426"/>
                    <a:pt x="227330" y="612346"/>
                  </a:cubicBezTo>
                  <a:cubicBezTo>
                    <a:pt x="229870" y="597106"/>
                    <a:pt x="228600" y="560276"/>
                    <a:pt x="237490" y="533606"/>
                  </a:cubicBezTo>
                  <a:cubicBezTo>
                    <a:pt x="248920" y="501856"/>
                    <a:pt x="275590" y="467566"/>
                    <a:pt x="295910" y="437086"/>
                  </a:cubicBezTo>
                  <a:cubicBezTo>
                    <a:pt x="314960" y="407876"/>
                    <a:pt x="332740" y="371046"/>
                    <a:pt x="358140" y="351996"/>
                  </a:cubicBezTo>
                  <a:cubicBezTo>
                    <a:pt x="379730" y="335486"/>
                    <a:pt x="406400" y="334216"/>
                    <a:pt x="434340" y="324056"/>
                  </a:cubicBezTo>
                  <a:cubicBezTo>
                    <a:pt x="467360" y="311356"/>
                    <a:pt x="508000" y="296116"/>
                    <a:pt x="542290" y="280876"/>
                  </a:cubicBezTo>
                  <a:cubicBezTo>
                    <a:pt x="572770" y="266906"/>
                    <a:pt x="598170" y="247856"/>
                    <a:pt x="631190" y="237696"/>
                  </a:cubicBezTo>
                  <a:cubicBezTo>
                    <a:pt x="668020" y="226266"/>
                    <a:pt x="736600" y="211026"/>
                    <a:pt x="755650" y="221186"/>
                  </a:cubicBezTo>
                  <a:cubicBezTo>
                    <a:pt x="764540" y="224996"/>
                    <a:pt x="759460" y="236426"/>
                    <a:pt x="768350" y="244046"/>
                  </a:cubicBezTo>
                  <a:cubicBezTo>
                    <a:pt x="786130" y="256746"/>
                    <a:pt x="858520" y="252936"/>
                    <a:pt x="876300" y="270716"/>
                  </a:cubicBezTo>
                  <a:cubicBezTo>
                    <a:pt x="887730" y="282146"/>
                    <a:pt x="881380" y="315166"/>
                    <a:pt x="887730" y="317706"/>
                  </a:cubicBezTo>
                  <a:cubicBezTo>
                    <a:pt x="890270" y="320246"/>
                    <a:pt x="895350" y="316436"/>
                    <a:pt x="899160" y="313896"/>
                  </a:cubicBezTo>
                  <a:cubicBezTo>
                    <a:pt x="904240" y="311356"/>
                    <a:pt x="908050" y="305006"/>
                    <a:pt x="915670" y="298656"/>
                  </a:cubicBezTo>
                  <a:cubicBezTo>
                    <a:pt x="933450" y="284686"/>
                    <a:pt x="977900" y="258016"/>
                    <a:pt x="1000760" y="233886"/>
                  </a:cubicBezTo>
                  <a:cubicBezTo>
                    <a:pt x="1022350" y="212296"/>
                    <a:pt x="1029970" y="185626"/>
                    <a:pt x="1050290" y="162766"/>
                  </a:cubicBezTo>
                  <a:cubicBezTo>
                    <a:pt x="1070610" y="138636"/>
                    <a:pt x="1098550" y="111966"/>
                    <a:pt x="1123950" y="95456"/>
                  </a:cubicBezTo>
                  <a:cubicBezTo>
                    <a:pt x="1146810" y="81486"/>
                    <a:pt x="1170940" y="76406"/>
                    <a:pt x="1196340" y="66246"/>
                  </a:cubicBezTo>
                  <a:cubicBezTo>
                    <a:pt x="1221740" y="54816"/>
                    <a:pt x="1249680" y="40846"/>
                    <a:pt x="1276350" y="30686"/>
                  </a:cubicBezTo>
                  <a:cubicBezTo>
                    <a:pt x="1303020" y="19256"/>
                    <a:pt x="1332230" y="-2334"/>
                    <a:pt x="1356360" y="206"/>
                  </a:cubicBezTo>
                  <a:cubicBezTo>
                    <a:pt x="1379220" y="2746"/>
                    <a:pt x="1408430" y="35766"/>
                    <a:pt x="1419860" y="40846"/>
                  </a:cubicBezTo>
                  <a:cubicBezTo>
                    <a:pt x="1423670" y="43386"/>
                    <a:pt x="1424940" y="42116"/>
                    <a:pt x="1427480" y="43386"/>
                  </a:cubicBezTo>
                  <a:cubicBezTo>
                    <a:pt x="1431290" y="44656"/>
                    <a:pt x="1437640" y="45926"/>
                    <a:pt x="1437640" y="45926"/>
                  </a:cubicBezTo>
                  <a:cubicBezTo>
                    <a:pt x="1437640" y="45926"/>
                    <a:pt x="1443990" y="49736"/>
                    <a:pt x="1446530" y="51006"/>
                  </a:cubicBezTo>
                  <a:cubicBezTo>
                    <a:pt x="1450340" y="52276"/>
                    <a:pt x="1455420" y="56086"/>
                    <a:pt x="1455420" y="56086"/>
                  </a:cubicBezTo>
                  <a:cubicBezTo>
                    <a:pt x="1455420" y="56086"/>
                    <a:pt x="1460500" y="61166"/>
                    <a:pt x="1463040" y="63706"/>
                  </a:cubicBezTo>
                  <a:cubicBezTo>
                    <a:pt x="1465580" y="66246"/>
                    <a:pt x="1470660" y="70056"/>
                    <a:pt x="1470660" y="70056"/>
                  </a:cubicBezTo>
                  <a:cubicBezTo>
                    <a:pt x="1470660" y="70056"/>
                    <a:pt x="1474470" y="76406"/>
                    <a:pt x="1477010" y="78946"/>
                  </a:cubicBezTo>
                  <a:cubicBezTo>
                    <a:pt x="1478280" y="81486"/>
                    <a:pt x="1482090" y="87836"/>
                    <a:pt x="1482090" y="87836"/>
                  </a:cubicBezTo>
                  <a:cubicBezTo>
                    <a:pt x="1482090" y="87836"/>
                    <a:pt x="1484630" y="94186"/>
                    <a:pt x="1485900" y="97996"/>
                  </a:cubicBezTo>
                  <a:cubicBezTo>
                    <a:pt x="1487170" y="100536"/>
                    <a:pt x="1489710" y="106886"/>
                    <a:pt x="1489710" y="108156"/>
                  </a:cubicBezTo>
                  <a:cubicBezTo>
                    <a:pt x="1489710" y="108156"/>
                    <a:pt x="1489710" y="114506"/>
                    <a:pt x="1490980" y="118316"/>
                  </a:cubicBezTo>
                  <a:cubicBezTo>
                    <a:pt x="1490980" y="120856"/>
                    <a:pt x="1490980" y="128476"/>
                    <a:pt x="1490980" y="128476"/>
                  </a:cubicBezTo>
                  <a:cubicBezTo>
                    <a:pt x="1490980" y="128476"/>
                    <a:pt x="1485900" y="165306"/>
                    <a:pt x="1492250" y="169116"/>
                  </a:cubicBezTo>
                  <a:cubicBezTo>
                    <a:pt x="1498600" y="172926"/>
                    <a:pt x="1516380" y="148796"/>
                    <a:pt x="1534160" y="146256"/>
                  </a:cubicBezTo>
                  <a:cubicBezTo>
                    <a:pt x="1563370" y="143716"/>
                    <a:pt x="1634490" y="158956"/>
                    <a:pt x="1651000" y="179276"/>
                  </a:cubicBezTo>
                  <a:cubicBezTo>
                    <a:pt x="1661160" y="194516"/>
                    <a:pt x="1649730" y="236426"/>
                    <a:pt x="1652270" y="236426"/>
                  </a:cubicBezTo>
                  <a:cubicBezTo>
                    <a:pt x="1654810" y="235156"/>
                    <a:pt x="1659890" y="230076"/>
                    <a:pt x="1659890" y="230076"/>
                  </a:cubicBezTo>
                  <a:cubicBezTo>
                    <a:pt x="1661160" y="230076"/>
                    <a:pt x="1666240" y="227536"/>
                    <a:pt x="1668780" y="226266"/>
                  </a:cubicBezTo>
                  <a:cubicBezTo>
                    <a:pt x="1672590" y="224996"/>
                    <a:pt x="1677670" y="221186"/>
                    <a:pt x="1677670" y="221186"/>
                  </a:cubicBezTo>
                  <a:cubicBezTo>
                    <a:pt x="1677670" y="221186"/>
                    <a:pt x="1684020" y="219916"/>
                    <a:pt x="1687830" y="219916"/>
                  </a:cubicBezTo>
                  <a:cubicBezTo>
                    <a:pt x="1690370" y="218646"/>
                    <a:pt x="1696720" y="217376"/>
                    <a:pt x="1696720" y="217376"/>
                  </a:cubicBezTo>
                  <a:cubicBezTo>
                    <a:pt x="1696720" y="217376"/>
                    <a:pt x="1703070" y="218646"/>
                    <a:pt x="1706880" y="218646"/>
                  </a:cubicBezTo>
                  <a:cubicBezTo>
                    <a:pt x="1710690" y="218646"/>
                    <a:pt x="1717040" y="218646"/>
                    <a:pt x="1717040" y="218646"/>
                  </a:cubicBezTo>
                  <a:cubicBezTo>
                    <a:pt x="1717040" y="218646"/>
                    <a:pt x="1723390" y="221186"/>
                    <a:pt x="1725930" y="221186"/>
                  </a:cubicBezTo>
                  <a:cubicBezTo>
                    <a:pt x="1728470" y="222456"/>
                    <a:pt x="1734820" y="223726"/>
                    <a:pt x="1734820" y="223726"/>
                  </a:cubicBezTo>
                  <a:cubicBezTo>
                    <a:pt x="1734820" y="224996"/>
                    <a:pt x="1741170" y="227536"/>
                    <a:pt x="1743710" y="228806"/>
                  </a:cubicBezTo>
                  <a:cubicBezTo>
                    <a:pt x="1746250" y="231346"/>
                    <a:pt x="1751330" y="233886"/>
                    <a:pt x="1752600" y="233886"/>
                  </a:cubicBezTo>
                  <a:cubicBezTo>
                    <a:pt x="1752600" y="233886"/>
                    <a:pt x="1756410" y="238966"/>
                    <a:pt x="1758950" y="241506"/>
                  </a:cubicBezTo>
                  <a:cubicBezTo>
                    <a:pt x="1761490" y="242776"/>
                    <a:pt x="1765300" y="247856"/>
                    <a:pt x="1766570" y="247856"/>
                  </a:cubicBezTo>
                  <a:cubicBezTo>
                    <a:pt x="1766570" y="247856"/>
                    <a:pt x="1769110" y="252936"/>
                    <a:pt x="1771650" y="255476"/>
                  </a:cubicBezTo>
                  <a:cubicBezTo>
                    <a:pt x="1772920" y="259286"/>
                    <a:pt x="1776730" y="264366"/>
                    <a:pt x="1776730" y="264366"/>
                  </a:cubicBezTo>
                  <a:cubicBezTo>
                    <a:pt x="1776730" y="264366"/>
                    <a:pt x="1778000" y="270716"/>
                    <a:pt x="1779270" y="273256"/>
                  </a:cubicBezTo>
                  <a:cubicBezTo>
                    <a:pt x="1780540" y="277066"/>
                    <a:pt x="1781810" y="282146"/>
                    <a:pt x="1781810" y="282146"/>
                  </a:cubicBezTo>
                  <a:cubicBezTo>
                    <a:pt x="1781810" y="283416"/>
                    <a:pt x="1783080" y="289766"/>
                    <a:pt x="1783080" y="292306"/>
                  </a:cubicBezTo>
                  <a:cubicBezTo>
                    <a:pt x="1783080" y="296116"/>
                    <a:pt x="1784350" y="302466"/>
                    <a:pt x="1783080" y="302466"/>
                  </a:cubicBezTo>
                  <a:cubicBezTo>
                    <a:pt x="1783080" y="302466"/>
                    <a:pt x="1783080" y="308816"/>
                    <a:pt x="1781810" y="311356"/>
                  </a:cubicBezTo>
                  <a:cubicBezTo>
                    <a:pt x="1781810" y="315166"/>
                    <a:pt x="1780540" y="321516"/>
                    <a:pt x="1780540" y="321516"/>
                  </a:cubicBezTo>
                  <a:cubicBezTo>
                    <a:pt x="1780540" y="321516"/>
                    <a:pt x="1778000" y="327866"/>
                    <a:pt x="1776730" y="330406"/>
                  </a:cubicBezTo>
                  <a:cubicBezTo>
                    <a:pt x="1775460" y="332946"/>
                    <a:pt x="1772920" y="339296"/>
                    <a:pt x="1772920" y="339296"/>
                  </a:cubicBezTo>
                  <a:cubicBezTo>
                    <a:pt x="1772920" y="339296"/>
                    <a:pt x="1769110" y="344376"/>
                    <a:pt x="1766570" y="346916"/>
                  </a:cubicBezTo>
                  <a:cubicBezTo>
                    <a:pt x="1765300" y="349456"/>
                    <a:pt x="1761490" y="354536"/>
                    <a:pt x="1761490" y="354536"/>
                  </a:cubicBezTo>
                  <a:cubicBezTo>
                    <a:pt x="1760220" y="354536"/>
                    <a:pt x="1751330" y="359616"/>
                    <a:pt x="1747520" y="363426"/>
                  </a:cubicBezTo>
                  <a:cubicBezTo>
                    <a:pt x="1744980" y="365966"/>
                    <a:pt x="1741170" y="369776"/>
                    <a:pt x="1742440" y="372316"/>
                  </a:cubicBezTo>
                  <a:cubicBezTo>
                    <a:pt x="1746250" y="379936"/>
                    <a:pt x="1803400" y="372316"/>
                    <a:pt x="1822450" y="386286"/>
                  </a:cubicBezTo>
                  <a:cubicBezTo>
                    <a:pt x="1840230" y="401526"/>
                    <a:pt x="1842770" y="433276"/>
                    <a:pt x="1851660" y="458676"/>
                  </a:cubicBezTo>
                  <a:cubicBezTo>
                    <a:pt x="1861820" y="486616"/>
                    <a:pt x="1869440" y="519636"/>
                    <a:pt x="1877060" y="547576"/>
                  </a:cubicBezTo>
                  <a:cubicBezTo>
                    <a:pt x="1883410" y="571706"/>
                    <a:pt x="1889760" y="616156"/>
                    <a:pt x="1892300" y="616156"/>
                  </a:cubicBezTo>
                  <a:cubicBezTo>
                    <a:pt x="1896110" y="616156"/>
                    <a:pt x="1896110" y="536146"/>
                    <a:pt x="1896110" y="536146"/>
                  </a:cubicBezTo>
                  <a:cubicBezTo>
                    <a:pt x="1896110" y="534876"/>
                    <a:pt x="1894840" y="528526"/>
                    <a:pt x="1894840" y="525986"/>
                  </a:cubicBezTo>
                  <a:cubicBezTo>
                    <a:pt x="1893570" y="522176"/>
                    <a:pt x="1892300" y="515826"/>
                    <a:pt x="1892300" y="515826"/>
                  </a:cubicBezTo>
                  <a:cubicBezTo>
                    <a:pt x="1892300" y="515826"/>
                    <a:pt x="1893570" y="509476"/>
                    <a:pt x="1893570" y="505666"/>
                  </a:cubicBezTo>
                  <a:cubicBezTo>
                    <a:pt x="1893570" y="503126"/>
                    <a:pt x="1894840" y="496776"/>
                    <a:pt x="1894840" y="496776"/>
                  </a:cubicBezTo>
                  <a:cubicBezTo>
                    <a:pt x="1894840" y="495506"/>
                    <a:pt x="1896110" y="490426"/>
                    <a:pt x="1897380" y="486616"/>
                  </a:cubicBezTo>
                  <a:cubicBezTo>
                    <a:pt x="1898650" y="484076"/>
                    <a:pt x="1899920" y="477726"/>
                    <a:pt x="1901190" y="477726"/>
                  </a:cubicBezTo>
                  <a:cubicBezTo>
                    <a:pt x="1901190" y="477726"/>
                    <a:pt x="1903730" y="471376"/>
                    <a:pt x="1906270" y="468836"/>
                  </a:cubicBezTo>
                  <a:cubicBezTo>
                    <a:pt x="1907540" y="466296"/>
                    <a:pt x="1911350" y="461216"/>
                    <a:pt x="1911350" y="459946"/>
                  </a:cubicBezTo>
                  <a:cubicBezTo>
                    <a:pt x="1911350" y="459946"/>
                    <a:pt x="1916430" y="456136"/>
                    <a:pt x="1917700" y="453596"/>
                  </a:cubicBezTo>
                  <a:cubicBezTo>
                    <a:pt x="1920240" y="451056"/>
                    <a:pt x="1925320" y="447246"/>
                    <a:pt x="1925320" y="447246"/>
                  </a:cubicBezTo>
                  <a:cubicBezTo>
                    <a:pt x="1925320" y="445976"/>
                    <a:pt x="1931670" y="443436"/>
                    <a:pt x="1934210" y="442166"/>
                  </a:cubicBezTo>
                  <a:cubicBezTo>
                    <a:pt x="1936750" y="439626"/>
                    <a:pt x="1941830" y="437086"/>
                    <a:pt x="1943100" y="437086"/>
                  </a:cubicBezTo>
                  <a:cubicBezTo>
                    <a:pt x="1943100" y="437086"/>
                    <a:pt x="1949450" y="434546"/>
                    <a:pt x="1951990" y="433276"/>
                  </a:cubicBezTo>
                  <a:cubicBezTo>
                    <a:pt x="1955800" y="433276"/>
                    <a:pt x="1960880" y="430736"/>
                    <a:pt x="1962150" y="430736"/>
                  </a:cubicBezTo>
                  <a:cubicBezTo>
                    <a:pt x="1962150" y="430736"/>
                    <a:pt x="1968500" y="430736"/>
                    <a:pt x="1971040" y="430736"/>
                  </a:cubicBezTo>
                  <a:cubicBezTo>
                    <a:pt x="1974850" y="430736"/>
                    <a:pt x="1981200" y="430736"/>
                    <a:pt x="1981200" y="430736"/>
                  </a:cubicBezTo>
                  <a:cubicBezTo>
                    <a:pt x="1981200" y="430736"/>
                    <a:pt x="1987550" y="432006"/>
                    <a:pt x="1991360" y="432006"/>
                  </a:cubicBezTo>
                  <a:cubicBezTo>
                    <a:pt x="1993900" y="433276"/>
                    <a:pt x="2000250" y="434546"/>
                    <a:pt x="2001520" y="434546"/>
                  </a:cubicBezTo>
                  <a:cubicBezTo>
                    <a:pt x="2001520" y="434546"/>
                    <a:pt x="2006600" y="437086"/>
                    <a:pt x="2010410" y="438356"/>
                  </a:cubicBezTo>
                  <a:cubicBezTo>
                    <a:pt x="2012950" y="439626"/>
                    <a:pt x="2019300" y="442166"/>
                    <a:pt x="2019300" y="442166"/>
                  </a:cubicBezTo>
                  <a:cubicBezTo>
                    <a:pt x="2019300" y="442166"/>
                    <a:pt x="2024380" y="447246"/>
                    <a:pt x="2026920" y="448516"/>
                  </a:cubicBezTo>
                  <a:cubicBezTo>
                    <a:pt x="2029460" y="451056"/>
                    <a:pt x="2034540" y="454866"/>
                    <a:pt x="2034540" y="454866"/>
                  </a:cubicBezTo>
                  <a:cubicBezTo>
                    <a:pt x="2034540" y="454866"/>
                    <a:pt x="2038350" y="459946"/>
                    <a:pt x="2040890" y="462486"/>
                  </a:cubicBezTo>
                  <a:cubicBezTo>
                    <a:pt x="2042160" y="465026"/>
                    <a:pt x="2045970" y="470106"/>
                    <a:pt x="2045970" y="471376"/>
                  </a:cubicBezTo>
                  <a:cubicBezTo>
                    <a:pt x="2045970" y="471376"/>
                    <a:pt x="2048510" y="476456"/>
                    <a:pt x="2049780" y="480266"/>
                  </a:cubicBezTo>
                  <a:cubicBezTo>
                    <a:pt x="2051050" y="482806"/>
                    <a:pt x="2053590" y="489156"/>
                    <a:pt x="2053590" y="489156"/>
                  </a:cubicBezTo>
                  <a:cubicBezTo>
                    <a:pt x="2054860" y="489156"/>
                    <a:pt x="2052320" y="505666"/>
                    <a:pt x="2054860" y="517096"/>
                  </a:cubicBezTo>
                  <a:cubicBezTo>
                    <a:pt x="2059940" y="538686"/>
                    <a:pt x="2094230" y="595836"/>
                    <a:pt x="2096770" y="608536"/>
                  </a:cubicBezTo>
                  <a:cubicBezTo>
                    <a:pt x="2098040" y="611076"/>
                    <a:pt x="2095500" y="612346"/>
                    <a:pt x="2098040" y="614886"/>
                  </a:cubicBezTo>
                  <a:cubicBezTo>
                    <a:pt x="2104390" y="619966"/>
                    <a:pt x="2160270" y="608536"/>
                    <a:pt x="2178050" y="617426"/>
                  </a:cubicBezTo>
                  <a:cubicBezTo>
                    <a:pt x="2190750" y="623776"/>
                    <a:pt x="2197100" y="649176"/>
                    <a:pt x="2202180" y="647906"/>
                  </a:cubicBezTo>
                  <a:cubicBezTo>
                    <a:pt x="2207260" y="646636"/>
                    <a:pt x="2202180" y="612346"/>
                    <a:pt x="2202180" y="593296"/>
                  </a:cubicBezTo>
                  <a:cubicBezTo>
                    <a:pt x="2202180" y="569166"/>
                    <a:pt x="2202180" y="517096"/>
                    <a:pt x="2202180" y="517096"/>
                  </a:cubicBezTo>
                  <a:cubicBezTo>
                    <a:pt x="2202180" y="515826"/>
                    <a:pt x="2203450" y="509476"/>
                    <a:pt x="2203450" y="505666"/>
                  </a:cubicBezTo>
                  <a:cubicBezTo>
                    <a:pt x="2203450" y="501856"/>
                    <a:pt x="2204720" y="495506"/>
                    <a:pt x="2204720" y="495506"/>
                  </a:cubicBezTo>
                  <a:cubicBezTo>
                    <a:pt x="2204720" y="495506"/>
                    <a:pt x="2207260" y="489156"/>
                    <a:pt x="2208530" y="485346"/>
                  </a:cubicBezTo>
                  <a:cubicBezTo>
                    <a:pt x="2209800" y="481536"/>
                    <a:pt x="2212340" y="475186"/>
                    <a:pt x="2212340" y="475186"/>
                  </a:cubicBezTo>
                  <a:cubicBezTo>
                    <a:pt x="2212340" y="475186"/>
                    <a:pt x="2216150" y="468836"/>
                    <a:pt x="2218690" y="466296"/>
                  </a:cubicBezTo>
                  <a:cubicBezTo>
                    <a:pt x="2219960" y="463756"/>
                    <a:pt x="2225040" y="457406"/>
                    <a:pt x="2225040" y="457406"/>
                  </a:cubicBezTo>
                  <a:cubicBezTo>
                    <a:pt x="2225040" y="457406"/>
                    <a:pt x="2230120" y="452326"/>
                    <a:pt x="2232660" y="451056"/>
                  </a:cubicBezTo>
                  <a:cubicBezTo>
                    <a:pt x="2235200" y="448516"/>
                    <a:pt x="2240280" y="443436"/>
                    <a:pt x="2240280" y="443436"/>
                  </a:cubicBezTo>
                  <a:cubicBezTo>
                    <a:pt x="2240280" y="443436"/>
                    <a:pt x="2246630" y="439626"/>
                    <a:pt x="2250440" y="438356"/>
                  </a:cubicBezTo>
                  <a:cubicBezTo>
                    <a:pt x="2252980" y="437086"/>
                    <a:pt x="2259330" y="433276"/>
                    <a:pt x="2259330" y="433276"/>
                  </a:cubicBezTo>
                  <a:cubicBezTo>
                    <a:pt x="2259330" y="433276"/>
                    <a:pt x="2266950" y="432006"/>
                    <a:pt x="2269490" y="430736"/>
                  </a:cubicBezTo>
                  <a:cubicBezTo>
                    <a:pt x="2273300" y="429466"/>
                    <a:pt x="2279650" y="428196"/>
                    <a:pt x="2280920" y="428196"/>
                  </a:cubicBezTo>
                  <a:cubicBezTo>
                    <a:pt x="2280920" y="428196"/>
                    <a:pt x="2287270" y="428196"/>
                    <a:pt x="2291080" y="428196"/>
                  </a:cubicBezTo>
                  <a:cubicBezTo>
                    <a:pt x="2294890" y="428196"/>
                    <a:pt x="2301240" y="428196"/>
                    <a:pt x="2301240" y="428196"/>
                  </a:cubicBezTo>
                  <a:cubicBezTo>
                    <a:pt x="2302510" y="428196"/>
                    <a:pt x="2308860" y="429466"/>
                    <a:pt x="2312670" y="430736"/>
                  </a:cubicBezTo>
                  <a:cubicBezTo>
                    <a:pt x="2315210" y="432006"/>
                    <a:pt x="2322830" y="433276"/>
                    <a:pt x="2322830" y="433276"/>
                  </a:cubicBezTo>
                  <a:cubicBezTo>
                    <a:pt x="2322830" y="433276"/>
                    <a:pt x="2329180" y="437086"/>
                    <a:pt x="2331720" y="438356"/>
                  </a:cubicBezTo>
                  <a:cubicBezTo>
                    <a:pt x="2335530" y="439626"/>
                    <a:pt x="2341880" y="443436"/>
                    <a:pt x="2341880" y="443436"/>
                  </a:cubicBezTo>
                  <a:cubicBezTo>
                    <a:pt x="2341880" y="443436"/>
                    <a:pt x="2346960" y="448516"/>
                    <a:pt x="2349500" y="451056"/>
                  </a:cubicBezTo>
                  <a:cubicBezTo>
                    <a:pt x="2352040" y="452326"/>
                    <a:pt x="2357120" y="457406"/>
                    <a:pt x="2357120" y="457406"/>
                  </a:cubicBezTo>
                  <a:cubicBezTo>
                    <a:pt x="2358390" y="457406"/>
                    <a:pt x="2362200" y="463756"/>
                    <a:pt x="2363470" y="466296"/>
                  </a:cubicBezTo>
                  <a:cubicBezTo>
                    <a:pt x="2366010" y="468836"/>
                    <a:pt x="2369820" y="475186"/>
                    <a:pt x="2369820" y="475186"/>
                  </a:cubicBezTo>
                  <a:cubicBezTo>
                    <a:pt x="2369820" y="475186"/>
                    <a:pt x="2372360" y="481536"/>
                    <a:pt x="2373630" y="485346"/>
                  </a:cubicBezTo>
                  <a:cubicBezTo>
                    <a:pt x="2374900" y="489156"/>
                    <a:pt x="2377440" y="495506"/>
                    <a:pt x="2377440" y="495506"/>
                  </a:cubicBezTo>
                  <a:cubicBezTo>
                    <a:pt x="2377440" y="495506"/>
                    <a:pt x="2378710" y="501856"/>
                    <a:pt x="2378710" y="505666"/>
                  </a:cubicBezTo>
                  <a:cubicBezTo>
                    <a:pt x="2378710" y="509476"/>
                    <a:pt x="2379980" y="512016"/>
                    <a:pt x="2379980" y="517096"/>
                  </a:cubicBezTo>
                  <a:cubicBezTo>
                    <a:pt x="2379980" y="523446"/>
                    <a:pt x="2378710" y="541226"/>
                    <a:pt x="2379980" y="543766"/>
                  </a:cubicBezTo>
                  <a:cubicBezTo>
                    <a:pt x="2379980" y="543766"/>
                    <a:pt x="2381250" y="543766"/>
                    <a:pt x="2381250" y="543766"/>
                  </a:cubicBezTo>
                  <a:cubicBezTo>
                    <a:pt x="2381250" y="543766"/>
                    <a:pt x="2385060" y="550116"/>
                    <a:pt x="2386330" y="552656"/>
                  </a:cubicBezTo>
                  <a:cubicBezTo>
                    <a:pt x="2388870" y="555196"/>
                    <a:pt x="2392680" y="561546"/>
                    <a:pt x="2392680" y="561546"/>
                  </a:cubicBezTo>
                  <a:cubicBezTo>
                    <a:pt x="2392680" y="561546"/>
                    <a:pt x="2395220" y="567896"/>
                    <a:pt x="2396490" y="571706"/>
                  </a:cubicBezTo>
                  <a:cubicBezTo>
                    <a:pt x="2397760" y="575516"/>
                    <a:pt x="2400300" y="581866"/>
                    <a:pt x="2400300" y="581866"/>
                  </a:cubicBezTo>
                  <a:cubicBezTo>
                    <a:pt x="2400300" y="581866"/>
                    <a:pt x="2401570" y="589486"/>
                    <a:pt x="2401570" y="592026"/>
                  </a:cubicBezTo>
                  <a:cubicBezTo>
                    <a:pt x="2402840" y="595836"/>
                    <a:pt x="2402840" y="603456"/>
                    <a:pt x="2402840" y="603456"/>
                  </a:cubicBezTo>
                  <a:cubicBezTo>
                    <a:pt x="2402840" y="603456"/>
                    <a:pt x="2404110" y="678386"/>
                    <a:pt x="2402840" y="683466"/>
                  </a:cubicBezTo>
                  <a:cubicBezTo>
                    <a:pt x="2402840" y="684736"/>
                    <a:pt x="2402840" y="684736"/>
                    <a:pt x="2402840" y="684736"/>
                  </a:cubicBezTo>
                  <a:cubicBezTo>
                    <a:pt x="2402840" y="689816"/>
                    <a:pt x="2406650" y="735536"/>
                    <a:pt x="2402840" y="762206"/>
                  </a:cubicBezTo>
                  <a:cubicBezTo>
                    <a:pt x="2400300" y="790146"/>
                    <a:pt x="2382520" y="818086"/>
                    <a:pt x="2381250" y="847296"/>
                  </a:cubicBezTo>
                  <a:cubicBezTo>
                    <a:pt x="2381250" y="877776"/>
                    <a:pt x="2393950" y="908256"/>
                    <a:pt x="2404110" y="938736"/>
                  </a:cubicBezTo>
                  <a:cubicBezTo>
                    <a:pt x="2415540" y="970486"/>
                    <a:pt x="2435860" y="1002236"/>
                    <a:pt x="2446020" y="1036526"/>
                  </a:cubicBezTo>
                  <a:cubicBezTo>
                    <a:pt x="2457450" y="1073356"/>
                    <a:pt x="2461260" y="1112726"/>
                    <a:pt x="2468880" y="1152096"/>
                  </a:cubicBezTo>
                  <a:cubicBezTo>
                    <a:pt x="2477770" y="1190196"/>
                    <a:pt x="2490470" y="1229566"/>
                    <a:pt x="2493010" y="1267666"/>
                  </a:cubicBezTo>
                  <a:cubicBezTo>
                    <a:pt x="2496820" y="1301956"/>
                    <a:pt x="2496820" y="1336246"/>
                    <a:pt x="2491740" y="1369266"/>
                  </a:cubicBezTo>
                  <a:cubicBezTo>
                    <a:pt x="2485390" y="1403556"/>
                    <a:pt x="2465070" y="1461976"/>
                    <a:pt x="2459990" y="1472136"/>
                  </a:cubicBezTo>
                  <a:cubicBezTo>
                    <a:pt x="2458720" y="1473406"/>
                    <a:pt x="2458720" y="1473406"/>
                    <a:pt x="2457450" y="1474676"/>
                  </a:cubicBezTo>
                  <a:cubicBezTo>
                    <a:pt x="2457450" y="1477216"/>
                    <a:pt x="2458720" y="1481026"/>
                    <a:pt x="2456180" y="1484836"/>
                  </a:cubicBezTo>
                  <a:cubicBezTo>
                    <a:pt x="2452370" y="1491186"/>
                    <a:pt x="2439670" y="1501346"/>
                    <a:pt x="2432050" y="1511506"/>
                  </a:cubicBezTo>
                  <a:cubicBezTo>
                    <a:pt x="2423160" y="1520396"/>
                    <a:pt x="2409190" y="1541986"/>
                    <a:pt x="2407920" y="1543256"/>
                  </a:cubicBezTo>
                  <a:cubicBezTo>
                    <a:pt x="2407920" y="1543256"/>
                    <a:pt x="2402840" y="1545796"/>
                    <a:pt x="2399030" y="1548336"/>
                  </a:cubicBezTo>
                  <a:cubicBezTo>
                    <a:pt x="2396490" y="1549606"/>
                    <a:pt x="2390140" y="1553416"/>
                    <a:pt x="2390140" y="1553416"/>
                  </a:cubicBezTo>
                  <a:cubicBezTo>
                    <a:pt x="2390140" y="1553416"/>
                    <a:pt x="2382520" y="1555956"/>
                    <a:pt x="2379980" y="1555956"/>
                  </a:cubicBezTo>
                  <a:cubicBezTo>
                    <a:pt x="2376170" y="1557226"/>
                    <a:pt x="2369820" y="1559766"/>
                    <a:pt x="2368550" y="1559766"/>
                  </a:cubicBezTo>
                  <a:cubicBezTo>
                    <a:pt x="2368550" y="1559766"/>
                    <a:pt x="2368550" y="1558496"/>
                    <a:pt x="2368550" y="1559766"/>
                  </a:cubicBezTo>
                  <a:cubicBezTo>
                    <a:pt x="2367280" y="1559766"/>
                    <a:pt x="2371090" y="1566116"/>
                    <a:pt x="2374900" y="1571196"/>
                  </a:cubicBezTo>
                  <a:cubicBezTo>
                    <a:pt x="2383790" y="1585166"/>
                    <a:pt x="2407920" y="1616916"/>
                    <a:pt x="2419350" y="1644856"/>
                  </a:cubicBezTo>
                  <a:cubicBezTo>
                    <a:pt x="2432050" y="1675336"/>
                    <a:pt x="2451100" y="1715976"/>
                    <a:pt x="2444750" y="1746456"/>
                  </a:cubicBezTo>
                  <a:cubicBezTo>
                    <a:pt x="2437130" y="1779476"/>
                    <a:pt x="2406650" y="1818846"/>
                    <a:pt x="2378710" y="1834086"/>
                  </a:cubicBezTo>
                  <a:cubicBezTo>
                    <a:pt x="2353310" y="1848056"/>
                    <a:pt x="2313940" y="1853136"/>
                    <a:pt x="2288540" y="1844246"/>
                  </a:cubicBezTo>
                  <a:cubicBezTo>
                    <a:pt x="2261870" y="1835356"/>
                    <a:pt x="2237740" y="1779476"/>
                    <a:pt x="2222500" y="1779476"/>
                  </a:cubicBezTo>
                  <a:cubicBezTo>
                    <a:pt x="2214880" y="1780746"/>
                    <a:pt x="2207260" y="1792176"/>
                    <a:pt x="2203450" y="1803606"/>
                  </a:cubicBezTo>
                  <a:cubicBezTo>
                    <a:pt x="2198370" y="1822656"/>
                    <a:pt x="2225040" y="1862026"/>
                    <a:pt x="2217420" y="1888696"/>
                  </a:cubicBezTo>
                  <a:cubicBezTo>
                    <a:pt x="2209800" y="1917906"/>
                    <a:pt x="2181860" y="1958546"/>
                    <a:pt x="2152650" y="1968706"/>
                  </a:cubicBezTo>
                  <a:cubicBezTo>
                    <a:pt x="2120900" y="1980136"/>
                    <a:pt x="2056130" y="1936956"/>
                    <a:pt x="2030730" y="1943306"/>
                  </a:cubicBezTo>
                  <a:cubicBezTo>
                    <a:pt x="2015490" y="1947116"/>
                    <a:pt x="2014220" y="1964896"/>
                    <a:pt x="2001520" y="1969976"/>
                  </a:cubicBezTo>
                  <a:cubicBezTo>
                    <a:pt x="1982470" y="1976326"/>
                    <a:pt x="1948180" y="1972516"/>
                    <a:pt x="1922780" y="1967436"/>
                  </a:cubicBezTo>
                  <a:cubicBezTo>
                    <a:pt x="1898650" y="1963626"/>
                    <a:pt x="1874520" y="1950926"/>
                    <a:pt x="1849120" y="1943306"/>
                  </a:cubicBezTo>
                  <a:cubicBezTo>
                    <a:pt x="1822450" y="1933146"/>
                    <a:pt x="1791970" y="1925526"/>
                    <a:pt x="1765300" y="1912826"/>
                  </a:cubicBezTo>
                  <a:cubicBezTo>
                    <a:pt x="1738630" y="1902666"/>
                    <a:pt x="1718310" y="1884886"/>
                    <a:pt x="1692910" y="1875996"/>
                  </a:cubicBezTo>
                  <a:cubicBezTo>
                    <a:pt x="1664970" y="1865836"/>
                    <a:pt x="1620520" y="1858216"/>
                    <a:pt x="1605280" y="1854406"/>
                  </a:cubicBezTo>
                  <a:cubicBezTo>
                    <a:pt x="1600200" y="1853136"/>
                    <a:pt x="1596390" y="1849326"/>
                    <a:pt x="1595120" y="1851866"/>
                  </a:cubicBezTo>
                  <a:cubicBezTo>
                    <a:pt x="1592580" y="1853136"/>
                    <a:pt x="1595120" y="1869646"/>
                    <a:pt x="1595120" y="1869646"/>
                  </a:cubicBezTo>
                  <a:cubicBezTo>
                    <a:pt x="1595120" y="1869646"/>
                    <a:pt x="1593850" y="1875996"/>
                    <a:pt x="1592580" y="1878536"/>
                  </a:cubicBezTo>
                  <a:cubicBezTo>
                    <a:pt x="1592580" y="1882346"/>
                    <a:pt x="1591310" y="1887426"/>
                    <a:pt x="1591310" y="1887426"/>
                  </a:cubicBezTo>
                  <a:cubicBezTo>
                    <a:pt x="1591310" y="1887426"/>
                    <a:pt x="1588770" y="1893776"/>
                    <a:pt x="1587500" y="1896316"/>
                  </a:cubicBezTo>
                  <a:cubicBezTo>
                    <a:pt x="1586230" y="1898856"/>
                    <a:pt x="1583690" y="1903936"/>
                    <a:pt x="1583690" y="1903936"/>
                  </a:cubicBezTo>
                  <a:cubicBezTo>
                    <a:pt x="1583690" y="1903936"/>
                    <a:pt x="1579880" y="1909016"/>
                    <a:pt x="1577340" y="1911556"/>
                  </a:cubicBezTo>
                  <a:cubicBezTo>
                    <a:pt x="1576070" y="1914096"/>
                    <a:pt x="1572260" y="1917906"/>
                    <a:pt x="1572260" y="1917906"/>
                  </a:cubicBezTo>
                  <a:cubicBezTo>
                    <a:pt x="1572260" y="1917906"/>
                    <a:pt x="1567180" y="1921716"/>
                    <a:pt x="1564640" y="1924256"/>
                  </a:cubicBezTo>
                  <a:cubicBezTo>
                    <a:pt x="1562100" y="1925526"/>
                    <a:pt x="1558290" y="1929336"/>
                    <a:pt x="1557020" y="1929336"/>
                  </a:cubicBezTo>
                  <a:cubicBezTo>
                    <a:pt x="1557020" y="1929336"/>
                    <a:pt x="1551940" y="1931876"/>
                    <a:pt x="1549400" y="1933146"/>
                  </a:cubicBezTo>
                  <a:cubicBezTo>
                    <a:pt x="1546860" y="1934416"/>
                    <a:pt x="1540510" y="1936956"/>
                    <a:pt x="1540510" y="1936956"/>
                  </a:cubicBezTo>
                  <a:cubicBezTo>
                    <a:pt x="1540510" y="1936956"/>
                    <a:pt x="1535430" y="1938226"/>
                    <a:pt x="1531620" y="1938226"/>
                  </a:cubicBezTo>
                  <a:cubicBezTo>
                    <a:pt x="1529080" y="1938226"/>
                    <a:pt x="1522730" y="1939496"/>
                    <a:pt x="1522730" y="1939496"/>
                  </a:cubicBezTo>
                  <a:cubicBezTo>
                    <a:pt x="1522730" y="1939496"/>
                    <a:pt x="1516380" y="1939496"/>
                    <a:pt x="1513840" y="1939496"/>
                  </a:cubicBezTo>
                  <a:cubicBezTo>
                    <a:pt x="1511300" y="1939496"/>
                    <a:pt x="1504950" y="1938226"/>
                    <a:pt x="1504950" y="1938226"/>
                  </a:cubicBezTo>
                  <a:cubicBezTo>
                    <a:pt x="1504950" y="1938226"/>
                    <a:pt x="1498600" y="1936956"/>
                    <a:pt x="1496060" y="1935686"/>
                  </a:cubicBezTo>
                  <a:cubicBezTo>
                    <a:pt x="1493520" y="1934416"/>
                    <a:pt x="1487170" y="1933146"/>
                    <a:pt x="1487170" y="1933146"/>
                  </a:cubicBezTo>
                  <a:cubicBezTo>
                    <a:pt x="1487170" y="1933146"/>
                    <a:pt x="1482090" y="1929336"/>
                    <a:pt x="1479550" y="1928066"/>
                  </a:cubicBezTo>
                  <a:cubicBezTo>
                    <a:pt x="1477010" y="1926796"/>
                    <a:pt x="1471930" y="1922986"/>
                    <a:pt x="1471930" y="1922986"/>
                  </a:cubicBezTo>
                  <a:cubicBezTo>
                    <a:pt x="1471930" y="1922986"/>
                    <a:pt x="1468120" y="1919176"/>
                    <a:pt x="1465580" y="1916636"/>
                  </a:cubicBezTo>
                  <a:cubicBezTo>
                    <a:pt x="1463040" y="1914096"/>
                    <a:pt x="1459230" y="1910286"/>
                    <a:pt x="1459230" y="1910286"/>
                  </a:cubicBezTo>
                  <a:cubicBezTo>
                    <a:pt x="1459230" y="1910286"/>
                    <a:pt x="1456690" y="1905206"/>
                    <a:pt x="1454150" y="1902666"/>
                  </a:cubicBezTo>
                  <a:cubicBezTo>
                    <a:pt x="1452880" y="1900126"/>
                    <a:pt x="1450340" y="1895046"/>
                    <a:pt x="1450340" y="1895046"/>
                  </a:cubicBezTo>
                  <a:cubicBezTo>
                    <a:pt x="1450340" y="1893776"/>
                    <a:pt x="1447800" y="1888696"/>
                    <a:pt x="1447800" y="1886156"/>
                  </a:cubicBezTo>
                  <a:cubicBezTo>
                    <a:pt x="1446530" y="1882346"/>
                    <a:pt x="1445260" y="1877266"/>
                    <a:pt x="1445260" y="1877266"/>
                  </a:cubicBezTo>
                  <a:cubicBezTo>
                    <a:pt x="1445260" y="1877266"/>
                    <a:pt x="1443990" y="1870916"/>
                    <a:pt x="1443990" y="1868376"/>
                  </a:cubicBezTo>
                  <a:cubicBezTo>
                    <a:pt x="1443990" y="1864566"/>
                    <a:pt x="1443990" y="1859486"/>
                    <a:pt x="1443990" y="1859486"/>
                  </a:cubicBezTo>
                  <a:cubicBezTo>
                    <a:pt x="1443990" y="1858216"/>
                    <a:pt x="1446530" y="1836626"/>
                    <a:pt x="1442720" y="1832816"/>
                  </a:cubicBezTo>
                  <a:cubicBezTo>
                    <a:pt x="1440180" y="1830276"/>
                    <a:pt x="1436370" y="1831546"/>
                    <a:pt x="1430020" y="1832816"/>
                  </a:cubicBezTo>
                  <a:cubicBezTo>
                    <a:pt x="1412240" y="1834086"/>
                    <a:pt x="1355090" y="1853136"/>
                    <a:pt x="1319530" y="1856946"/>
                  </a:cubicBezTo>
                  <a:cubicBezTo>
                    <a:pt x="1287780" y="1859486"/>
                    <a:pt x="1257300" y="1856946"/>
                    <a:pt x="1225550" y="1856946"/>
                  </a:cubicBezTo>
                  <a:cubicBezTo>
                    <a:pt x="1193800" y="1856946"/>
                    <a:pt x="1131570" y="1855676"/>
                    <a:pt x="1131570" y="1855676"/>
                  </a:cubicBezTo>
                  <a:cubicBezTo>
                    <a:pt x="1131570" y="1855676"/>
                    <a:pt x="1123950" y="1855676"/>
                    <a:pt x="1120140" y="1855676"/>
                  </a:cubicBezTo>
                  <a:cubicBezTo>
                    <a:pt x="1117600" y="1855676"/>
                    <a:pt x="1109980" y="1854406"/>
                    <a:pt x="1109980" y="1854406"/>
                  </a:cubicBezTo>
                  <a:cubicBezTo>
                    <a:pt x="1109980" y="1854406"/>
                    <a:pt x="1103630" y="1851866"/>
                    <a:pt x="1099820" y="1851866"/>
                  </a:cubicBezTo>
                  <a:cubicBezTo>
                    <a:pt x="1096010" y="1850596"/>
                    <a:pt x="1089660" y="1848056"/>
                    <a:pt x="1089660" y="1848056"/>
                  </a:cubicBezTo>
                  <a:cubicBezTo>
                    <a:pt x="1089660" y="1848056"/>
                    <a:pt x="1083310" y="1844246"/>
                    <a:pt x="1080770" y="1842976"/>
                  </a:cubicBezTo>
                  <a:cubicBezTo>
                    <a:pt x="1076960" y="1840436"/>
                    <a:pt x="1071880" y="1836626"/>
                    <a:pt x="1071880" y="1836626"/>
                  </a:cubicBezTo>
                  <a:cubicBezTo>
                    <a:pt x="1070610" y="1836626"/>
                    <a:pt x="1066800" y="1831546"/>
                    <a:pt x="1064260" y="1829006"/>
                  </a:cubicBezTo>
                  <a:cubicBezTo>
                    <a:pt x="1061720" y="1826466"/>
                    <a:pt x="1056640" y="1821386"/>
                    <a:pt x="1056640" y="1821386"/>
                  </a:cubicBezTo>
                  <a:cubicBezTo>
                    <a:pt x="1056640" y="1821386"/>
                    <a:pt x="1051560" y="1815036"/>
                    <a:pt x="1050290" y="1812496"/>
                  </a:cubicBezTo>
                  <a:cubicBezTo>
                    <a:pt x="1050290" y="1811226"/>
                    <a:pt x="1050290" y="1811226"/>
                    <a:pt x="1049020" y="1811226"/>
                  </a:cubicBezTo>
                  <a:cubicBezTo>
                    <a:pt x="1046480" y="1808686"/>
                    <a:pt x="1033780" y="1812496"/>
                    <a:pt x="1021080" y="1809956"/>
                  </a:cubicBezTo>
                  <a:cubicBezTo>
                    <a:pt x="999490" y="1807416"/>
                    <a:pt x="957580" y="1783286"/>
                    <a:pt x="930910" y="1787096"/>
                  </a:cubicBezTo>
                  <a:cubicBezTo>
                    <a:pt x="906780" y="1792176"/>
                    <a:pt x="887730" y="1816306"/>
                    <a:pt x="866140" y="1832816"/>
                  </a:cubicBezTo>
                  <a:cubicBezTo>
                    <a:pt x="843280" y="1849326"/>
                    <a:pt x="822960" y="1870916"/>
                    <a:pt x="797560" y="1889966"/>
                  </a:cubicBezTo>
                  <a:cubicBezTo>
                    <a:pt x="769620" y="1910286"/>
                    <a:pt x="736600" y="1928066"/>
                    <a:pt x="707390" y="1947116"/>
                  </a:cubicBezTo>
                  <a:cubicBezTo>
                    <a:pt x="676910" y="1964896"/>
                    <a:pt x="648970" y="1992836"/>
                    <a:pt x="617220" y="2002996"/>
                  </a:cubicBezTo>
                  <a:cubicBezTo>
                    <a:pt x="586740" y="2013156"/>
                    <a:pt x="546100" y="2022046"/>
                    <a:pt x="519430" y="2009346"/>
                  </a:cubicBezTo>
                  <a:cubicBezTo>
                    <a:pt x="488950" y="1994106"/>
                    <a:pt x="454660" y="1936956"/>
                    <a:pt x="452120" y="1903936"/>
                  </a:cubicBezTo>
                  <a:cubicBezTo>
                    <a:pt x="449580" y="1875996"/>
                    <a:pt x="469900" y="1853136"/>
                    <a:pt x="483870" y="1826466"/>
                  </a:cubicBezTo>
                  <a:cubicBezTo>
                    <a:pt x="500380" y="1794716"/>
                    <a:pt x="524510" y="1757886"/>
                    <a:pt x="547370" y="1729946"/>
                  </a:cubicBezTo>
                  <a:cubicBezTo>
                    <a:pt x="567690" y="1705816"/>
                    <a:pt x="610870" y="1680416"/>
                    <a:pt x="610870" y="1666446"/>
                  </a:cubicBezTo>
                  <a:cubicBezTo>
                    <a:pt x="610870" y="1660096"/>
                    <a:pt x="600710" y="1651206"/>
                    <a:pt x="596900" y="1651206"/>
                  </a:cubicBezTo>
                  <a:cubicBezTo>
                    <a:pt x="594360" y="1651206"/>
                    <a:pt x="594360" y="1657556"/>
                    <a:pt x="590550" y="1661366"/>
                  </a:cubicBezTo>
                  <a:cubicBezTo>
                    <a:pt x="580390" y="1674066"/>
                    <a:pt x="548640" y="1717246"/>
                    <a:pt x="527050" y="1724866"/>
                  </a:cubicBezTo>
                  <a:cubicBezTo>
                    <a:pt x="511810" y="1729946"/>
                    <a:pt x="487680" y="1718516"/>
                    <a:pt x="482600" y="1722326"/>
                  </a:cubicBezTo>
                  <a:cubicBezTo>
                    <a:pt x="480060" y="1723596"/>
                    <a:pt x="481330" y="1726136"/>
                    <a:pt x="480060" y="1728676"/>
                  </a:cubicBezTo>
                  <a:cubicBezTo>
                    <a:pt x="478790" y="1731216"/>
                    <a:pt x="477520" y="1737566"/>
                    <a:pt x="477520" y="1737566"/>
                  </a:cubicBezTo>
                  <a:cubicBezTo>
                    <a:pt x="477520" y="1737566"/>
                    <a:pt x="474980" y="1743916"/>
                    <a:pt x="472440" y="1746456"/>
                  </a:cubicBezTo>
                  <a:cubicBezTo>
                    <a:pt x="471170" y="1748996"/>
                    <a:pt x="468630" y="1754076"/>
                    <a:pt x="468630" y="1755346"/>
                  </a:cubicBezTo>
                  <a:cubicBezTo>
                    <a:pt x="467360" y="1755346"/>
                    <a:pt x="463550" y="1759156"/>
                    <a:pt x="461010" y="1761696"/>
                  </a:cubicBezTo>
                  <a:cubicBezTo>
                    <a:pt x="459740" y="1764236"/>
                    <a:pt x="454660" y="1769316"/>
                    <a:pt x="454660" y="1769316"/>
                  </a:cubicBezTo>
                  <a:cubicBezTo>
                    <a:pt x="454660" y="1769316"/>
                    <a:pt x="449580" y="1771856"/>
                    <a:pt x="447040" y="1774396"/>
                  </a:cubicBezTo>
                  <a:cubicBezTo>
                    <a:pt x="444500" y="1775666"/>
                    <a:pt x="438150" y="1779476"/>
                    <a:pt x="438150" y="1779476"/>
                  </a:cubicBezTo>
                  <a:cubicBezTo>
                    <a:pt x="438150" y="1779476"/>
                    <a:pt x="433070" y="1780746"/>
                    <a:pt x="429260" y="1782016"/>
                  </a:cubicBezTo>
                  <a:cubicBezTo>
                    <a:pt x="426720" y="1783286"/>
                    <a:pt x="420370" y="1785826"/>
                    <a:pt x="420370" y="1785826"/>
                  </a:cubicBezTo>
                  <a:cubicBezTo>
                    <a:pt x="420370" y="1785826"/>
                    <a:pt x="414020" y="1785826"/>
                    <a:pt x="410210" y="1785826"/>
                  </a:cubicBezTo>
                  <a:cubicBezTo>
                    <a:pt x="407670" y="1787096"/>
                    <a:pt x="401320" y="1787096"/>
                    <a:pt x="401320" y="1787096"/>
                  </a:cubicBezTo>
                  <a:cubicBezTo>
                    <a:pt x="401320" y="1787096"/>
                    <a:pt x="394970" y="1785826"/>
                    <a:pt x="391160" y="1785826"/>
                  </a:cubicBezTo>
                  <a:cubicBezTo>
                    <a:pt x="388620" y="1785826"/>
                    <a:pt x="382270" y="1784556"/>
                    <a:pt x="382270" y="1784556"/>
                  </a:cubicBezTo>
                  <a:cubicBezTo>
                    <a:pt x="382270" y="1784556"/>
                    <a:pt x="375920" y="1782016"/>
                    <a:pt x="373380" y="1780746"/>
                  </a:cubicBezTo>
                  <a:cubicBezTo>
                    <a:pt x="369570" y="1779476"/>
                    <a:pt x="364490" y="1776936"/>
                    <a:pt x="364490" y="1776936"/>
                  </a:cubicBezTo>
                  <a:cubicBezTo>
                    <a:pt x="364490" y="1776936"/>
                    <a:pt x="359410" y="1773126"/>
                    <a:pt x="356870" y="1770586"/>
                  </a:cubicBezTo>
                  <a:cubicBezTo>
                    <a:pt x="354330" y="1769316"/>
                    <a:pt x="349250" y="1765506"/>
                    <a:pt x="349250" y="1765506"/>
                  </a:cubicBezTo>
                  <a:cubicBezTo>
                    <a:pt x="349250" y="1765506"/>
                    <a:pt x="344170" y="1760426"/>
                    <a:pt x="342900" y="1757886"/>
                  </a:cubicBezTo>
                  <a:cubicBezTo>
                    <a:pt x="340360" y="1755346"/>
                    <a:pt x="336550" y="1750266"/>
                    <a:pt x="336550" y="1750266"/>
                  </a:cubicBezTo>
                  <a:cubicBezTo>
                    <a:pt x="336550" y="1750266"/>
                    <a:pt x="334010" y="1745186"/>
                    <a:pt x="332740" y="1741376"/>
                  </a:cubicBezTo>
                  <a:cubicBezTo>
                    <a:pt x="330200" y="1738836"/>
                    <a:pt x="327660" y="1733756"/>
                    <a:pt x="327660" y="1733756"/>
                  </a:cubicBezTo>
                  <a:cubicBezTo>
                    <a:pt x="327660" y="1732486"/>
                    <a:pt x="322580" y="1700736"/>
                    <a:pt x="321310" y="1700736"/>
                  </a:cubicBezTo>
                  <a:cubicBezTo>
                    <a:pt x="321310" y="1700736"/>
                    <a:pt x="321310" y="1702006"/>
                    <a:pt x="321310" y="1703276"/>
                  </a:cubicBezTo>
                  <a:cubicBezTo>
                    <a:pt x="316230" y="1710896"/>
                    <a:pt x="270510" y="1759156"/>
                    <a:pt x="236220" y="1766776"/>
                  </a:cubicBezTo>
                  <a:cubicBezTo>
                    <a:pt x="198120" y="1774396"/>
                    <a:pt x="130810" y="1762966"/>
                    <a:pt x="99060" y="1736296"/>
                  </a:cubicBezTo>
                  <a:cubicBezTo>
                    <a:pt x="67310" y="1710896"/>
                    <a:pt x="60960" y="1651206"/>
                    <a:pt x="46990" y="1611836"/>
                  </a:cubicBezTo>
                  <a:cubicBezTo>
                    <a:pt x="34290" y="1580086"/>
                    <a:pt x="25400" y="1554686"/>
                    <a:pt x="17780" y="1521666"/>
                  </a:cubicBezTo>
                  <a:cubicBezTo>
                    <a:pt x="8890" y="1481026"/>
                    <a:pt x="0" y="1387046"/>
                    <a:pt x="0" y="1387046"/>
                  </a:cubicBezTo>
                  <a:moveTo>
                    <a:pt x="695960" y="1795986"/>
                  </a:moveTo>
                  <a:cubicBezTo>
                    <a:pt x="728980" y="1773126"/>
                    <a:pt x="777240" y="1733756"/>
                    <a:pt x="789940" y="1723596"/>
                  </a:cubicBezTo>
                  <a:cubicBezTo>
                    <a:pt x="793750" y="1721056"/>
                    <a:pt x="798830" y="1721056"/>
                    <a:pt x="798830" y="1717246"/>
                  </a:cubicBezTo>
                  <a:cubicBezTo>
                    <a:pt x="798830" y="1714706"/>
                    <a:pt x="792480" y="1704546"/>
                    <a:pt x="786130" y="1704546"/>
                  </a:cubicBezTo>
                  <a:cubicBezTo>
                    <a:pt x="775970" y="1704546"/>
                    <a:pt x="754380" y="1737566"/>
                    <a:pt x="739140" y="1754076"/>
                  </a:cubicBezTo>
                  <a:cubicBezTo>
                    <a:pt x="723900" y="1768046"/>
                    <a:pt x="695960" y="1795986"/>
                    <a:pt x="695960" y="1795986"/>
                  </a:cubicBezTo>
                  <a:moveTo>
                    <a:pt x="934720" y="1606756"/>
                  </a:moveTo>
                  <a:cubicBezTo>
                    <a:pt x="944880" y="1610566"/>
                    <a:pt x="979170" y="1573736"/>
                    <a:pt x="996950" y="1557226"/>
                  </a:cubicBezTo>
                  <a:cubicBezTo>
                    <a:pt x="1013460" y="1541986"/>
                    <a:pt x="1043940" y="1516586"/>
                    <a:pt x="1042670" y="1511506"/>
                  </a:cubicBezTo>
                  <a:cubicBezTo>
                    <a:pt x="1042670" y="1510236"/>
                    <a:pt x="1041400" y="1510236"/>
                    <a:pt x="1038860" y="1510236"/>
                  </a:cubicBezTo>
                  <a:cubicBezTo>
                    <a:pt x="1032510" y="1511506"/>
                    <a:pt x="1013460" y="1528016"/>
                    <a:pt x="999490" y="1535636"/>
                  </a:cubicBezTo>
                  <a:cubicBezTo>
                    <a:pt x="982980" y="1544526"/>
                    <a:pt x="949960" y="1550876"/>
                    <a:pt x="947420" y="1557226"/>
                  </a:cubicBezTo>
                  <a:cubicBezTo>
                    <a:pt x="946150" y="1558496"/>
                    <a:pt x="947420" y="1561036"/>
                    <a:pt x="947420" y="1562306"/>
                  </a:cubicBezTo>
                  <a:cubicBezTo>
                    <a:pt x="947420" y="1564846"/>
                    <a:pt x="947420" y="1566116"/>
                    <a:pt x="947420" y="1567386"/>
                  </a:cubicBezTo>
                  <a:cubicBezTo>
                    <a:pt x="947420" y="1568656"/>
                    <a:pt x="947420" y="1569926"/>
                    <a:pt x="947420" y="1572466"/>
                  </a:cubicBezTo>
                  <a:cubicBezTo>
                    <a:pt x="947420" y="1575006"/>
                    <a:pt x="946150" y="1578816"/>
                    <a:pt x="944880" y="1581356"/>
                  </a:cubicBezTo>
                  <a:cubicBezTo>
                    <a:pt x="944880" y="1583896"/>
                    <a:pt x="944880" y="1587706"/>
                    <a:pt x="943610" y="1590246"/>
                  </a:cubicBezTo>
                  <a:cubicBezTo>
                    <a:pt x="942340" y="1592786"/>
                    <a:pt x="942340" y="1594056"/>
                    <a:pt x="941070" y="1595326"/>
                  </a:cubicBezTo>
                  <a:cubicBezTo>
                    <a:pt x="941070" y="1596596"/>
                    <a:pt x="941070" y="1597866"/>
                    <a:pt x="939800" y="1599136"/>
                  </a:cubicBezTo>
                  <a:cubicBezTo>
                    <a:pt x="938530" y="1601676"/>
                    <a:pt x="934720" y="1606756"/>
                    <a:pt x="934720" y="1606756"/>
                  </a:cubicBezTo>
                  <a:moveTo>
                    <a:pt x="941070" y="506936"/>
                  </a:moveTo>
                  <a:cubicBezTo>
                    <a:pt x="970280" y="487886"/>
                    <a:pt x="958850" y="492966"/>
                    <a:pt x="953770" y="494236"/>
                  </a:cubicBezTo>
                  <a:cubicBezTo>
                    <a:pt x="951230" y="495506"/>
                    <a:pt x="949960" y="494236"/>
                    <a:pt x="948690" y="495506"/>
                  </a:cubicBezTo>
                  <a:cubicBezTo>
                    <a:pt x="944880" y="496776"/>
                    <a:pt x="941070" y="506936"/>
                    <a:pt x="941070" y="506936"/>
                  </a:cubicBezTo>
                  <a:moveTo>
                    <a:pt x="1125220" y="1630886"/>
                  </a:moveTo>
                  <a:cubicBezTo>
                    <a:pt x="1224280" y="1605486"/>
                    <a:pt x="1257300" y="1594056"/>
                    <a:pt x="1286510" y="1590246"/>
                  </a:cubicBezTo>
                  <a:cubicBezTo>
                    <a:pt x="1315720" y="1586436"/>
                    <a:pt x="1348740" y="1594056"/>
                    <a:pt x="1372870" y="1588976"/>
                  </a:cubicBezTo>
                  <a:cubicBezTo>
                    <a:pt x="1390650" y="1585166"/>
                    <a:pt x="1407160" y="1572466"/>
                    <a:pt x="1417320" y="1571196"/>
                  </a:cubicBezTo>
                  <a:cubicBezTo>
                    <a:pt x="1421130" y="1569926"/>
                    <a:pt x="1424940" y="1573736"/>
                    <a:pt x="1427480" y="1571196"/>
                  </a:cubicBezTo>
                  <a:cubicBezTo>
                    <a:pt x="1436370" y="1562306"/>
                    <a:pt x="1423670" y="1461976"/>
                    <a:pt x="1423670" y="1435306"/>
                  </a:cubicBezTo>
                  <a:cubicBezTo>
                    <a:pt x="1423670" y="1423876"/>
                    <a:pt x="1423670" y="1417526"/>
                    <a:pt x="1423670" y="1411176"/>
                  </a:cubicBezTo>
                  <a:cubicBezTo>
                    <a:pt x="1423670" y="1407366"/>
                    <a:pt x="1423670" y="1402286"/>
                    <a:pt x="1421130" y="1402286"/>
                  </a:cubicBezTo>
                  <a:cubicBezTo>
                    <a:pt x="1417320" y="1399746"/>
                    <a:pt x="1405890" y="1409906"/>
                    <a:pt x="1394460" y="1417526"/>
                  </a:cubicBezTo>
                  <a:cubicBezTo>
                    <a:pt x="1371600" y="1430226"/>
                    <a:pt x="1330960" y="1458166"/>
                    <a:pt x="1297940" y="1482296"/>
                  </a:cubicBezTo>
                  <a:cubicBezTo>
                    <a:pt x="1263650" y="1508966"/>
                    <a:pt x="1224280" y="1543256"/>
                    <a:pt x="1192530" y="1569926"/>
                  </a:cubicBezTo>
                  <a:cubicBezTo>
                    <a:pt x="1168400" y="1591516"/>
                    <a:pt x="1125220" y="1630886"/>
                    <a:pt x="1125220" y="1630886"/>
                  </a:cubicBezTo>
                  <a:moveTo>
                    <a:pt x="1356360" y="735536"/>
                  </a:moveTo>
                  <a:cubicBezTo>
                    <a:pt x="1438910" y="802846"/>
                    <a:pt x="1427480" y="853646"/>
                    <a:pt x="1433830" y="858726"/>
                  </a:cubicBezTo>
                  <a:cubicBezTo>
                    <a:pt x="1435100" y="859996"/>
                    <a:pt x="1437640" y="857456"/>
                    <a:pt x="1438910" y="858726"/>
                  </a:cubicBezTo>
                  <a:cubicBezTo>
                    <a:pt x="1443990" y="861266"/>
                    <a:pt x="1442720" y="893016"/>
                    <a:pt x="1449070" y="896826"/>
                  </a:cubicBezTo>
                  <a:cubicBezTo>
                    <a:pt x="1454150" y="900636"/>
                    <a:pt x="1463040" y="894286"/>
                    <a:pt x="1468120" y="894286"/>
                  </a:cubicBezTo>
                  <a:cubicBezTo>
                    <a:pt x="1470660" y="894286"/>
                    <a:pt x="1471930" y="896826"/>
                    <a:pt x="1473200" y="895556"/>
                  </a:cubicBezTo>
                  <a:cubicBezTo>
                    <a:pt x="1478280" y="893016"/>
                    <a:pt x="1483360" y="876506"/>
                    <a:pt x="1485900" y="862536"/>
                  </a:cubicBezTo>
                  <a:cubicBezTo>
                    <a:pt x="1489710" y="842216"/>
                    <a:pt x="1482090" y="807926"/>
                    <a:pt x="1484630" y="783796"/>
                  </a:cubicBezTo>
                  <a:cubicBezTo>
                    <a:pt x="1485900" y="764746"/>
                    <a:pt x="1494790" y="740616"/>
                    <a:pt x="1496060" y="729186"/>
                  </a:cubicBezTo>
                  <a:cubicBezTo>
                    <a:pt x="1497330" y="725376"/>
                    <a:pt x="1497330" y="722836"/>
                    <a:pt x="1497330" y="720296"/>
                  </a:cubicBezTo>
                  <a:cubicBezTo>
                    <a:pt x="1498600" y="716486"/>
                    <a:pt x="1498600" y="710136"/>
                    <a:pt x="1498600" y="710136"/>
                  </a:cubicBezTo>
                  <a:cubicBezTo>
                    <a:pt x="1498600" y="710136"/>
                    <a:pt x="1501140" y="705056"/>
                    <a:pt x="1502410" y="701246"/>
                  </a:cubicBezTo>
                  <a:cubicBezTo>
                    <a:pt x="1503680" y="698706"/>
                    <a:pt x="1506220" y="692356"/>
                    <a:pt x="1506220" y="692356"/>
                  </a:cubicBezTo>
                  <a:cubicBezTo>
                    <a:pt x="1506220" y="692356"/>
                    <a:pt x="1510030" y="687276"/>
                    <a:pt x="1511300" y="684736"/>
                  </a:cubicBezTo>
                  <a:cubicBezTo>
                    <a:pt x="1512570" y="682196"/>
                    <a:pt x="1516380" y="675846"/>
                    <a:pt x="1516380" y="675846"/>
                  </a:cubicBezTo>
                  <a:cubicBezTo>
                    <a:pt x="1516380" y="675846"/>
                    <a:pt x="1521460" y="672036"/>
                    <a:pt x="1524000" y="669496"/>
                  </a:cubicBezTo>
                  <a:cubicBezTo>
                    <a:pt x="1526540" y="668226"/>
                    <a:pt x="1531620" y="663146"/>
                    <a:pt x="1531620" y="663146"/>
                  </a:cubicBezTo>
                  <a:cubicBezTo>
                    <a:pt x="1531620" y="663146"/>
                    <a:pt x="1536700" y="660606"/>
                    <a:pt x="1540510" y="659336"/>
                  </a:cubicBezTo>
                  <a:cubicBezTo>
                    <a:pt x="1543050" y="658066"/>
                    <a:pt x="1548130" y="654256"/>
                    <a:pt x="1548130" y="654256"/>
                  </a:cubicBezTo>
                  <a:cubicBezTo>
                    <a:pt x="1549400" y="654256"/>
                    <a:pt x="1554480" y="652986"/>
                    <a:pt x="1558290" y="651716"/>
                  </a:cubicBezTo>
                  <a:cubicBezTo>
                    <a:pt x="1560830" y="651716"/>
                    <a:pt x="1564640" y="651716"/>
                    <a:pt x="1567180" y="650446"/>
                  </a:cubicBezTo>
                  <a:cubicBezTo>
                    <a:pt x="1569720" y="646636"/>
                    <a:pt x="1567180" y="637746"/>
                    <a:pt x="1570990" y="635206"/>
                  </a:cubicBezTo>
                  <a:cubicBezTo>
                    <a:pt x="1579880" y="631396"/>
                    <a:pt x="1628140" y="670766"/>
                    <a:pt x="1637030" y="665686"/>
                  </a:cubicBezTo>
                  <a:cubicBezTo>
                    <a:pt x="1642110" y="661876"/>
                    <a:pt x="1637030" y="649176"/>
                    <a:pt x="1637030" y="637746"/>
                  </a:cubicBezTo>
                  <a:cubicBezTo>
                    <a:pt x="1637030" y="621236"/>
                    <a:pt x="1643380" y="580596"/>
                    <a:pt x="1637030" y="576786"/>
                  </a:cubicBezTo>
                  <a:cubicBezTo>
                    <a:pt x="1634490" y="575516"/>
                    <a:pt x="1629410" y="583136"/>
                    <a:pt x="1621790" y="589486"/>
                  </a:cubicBezTo>
                  <a:cubicBezTo>
                    <a:pt x="1602740" y="604726"/>
                    <a:pt x="1548130" y="651716"/>
                    <a:pt x="1512570" y="670766"/>
                  </a:cubicBezTo>
                  <a:cubicBezTo>
                    <a:pt x="1482090" y="688546"/>
                    <a:pt x="1449070" y="696166"/>
                    <a:pt x="1421130" y="707596"/>
                  </a:cubicBezTo>
                  <a:cubicBezTo>
                    <a:pt x="1397000" y="716486"/>
                    <a:pt x="1356360" y="735536"/>
                    <a:pt x="1356360" y="735536"/>
                  </a:cubicBezTo>
                  <a:moveTo>
                    <a:pt x="1573530" y="1317196"/>
                  </a:moveTo>
                  <a:cubicBezTo>
                    <a:pt x="1606550" y="1329896"/>
                    <a:pt x="1600200" y="1307036"/>
                    <a:pt x="1595120" y="1305766"/>
                  </a:cubicBezTo>
                  <a:cubicBezTo>
                    <a:pt x="1590040" y="1303226"/>
                    <a:pt x="1573530" y="1317196"/>
                    <a:pt x="1573530" y="1317196"/>
                  </a:cubicBezTo>
                  <a:moveTo>
                    <a:pt x="1935480" y="1616916"/>
                  </a:moveTo>
                  <a:cubicBezTo>
                    <a:pt x="1951990" y="1611836"/>
                    <a:pt x="1949450" y="1601676"/>
                    <a:pt x="1949450" y="1599136"/>
                  </a:cubicBezTo>
                  <a:cubicBezTo>
                    <a:pt x="1949450" y="1599136"/>
                    <a:pt x="1949450" y="1597866"/>
                    <a:pt x="1949450" y="1597866"/>
                  </a:cubicBezTo>
                  <a:cubicBezTo>
                    <a:pt x="1949450" y="1597866"/>
                    <a:pt x="1948180" y="1600406"/>
                    <a:pt x="1946910" y="1602946"/>
                  </a:cubicBezTo>
                  <a:cubicBezTo>
                    <a:pt x="1945640" y="1604216"/>
                    <a:pt x="1941830" y="1611836"/>
                    <a:pt x="1941830" y="1611836"/>
                  </a:cubicBezTo>
                  <a:cubicBezTo>
                    <a:pt x="1941830" y="1611836"/>
                    <a:pt x="1935480" y="1616916"/>
                    <a:pt x="1935480" y="1616916"/>
                  </a:cubicBezTo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50" id="50"/>
          <p:cNvGrpSpPr/>
          <p:nvPr/>
        </p:nvGrpSpPr>
        <p:grpSpPr>
          <a:xfrm rot="0">
            <a:off x="3149917" y="4736782"/>
            <a:ext cx="450532" cy="216217"/>
            <a:chOff x="0" y="0"/>
            <a:chExt cx="600710" cy="28829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48720" y="50638"/>
              <a:ext cx="501649" cy="184312"/>
            </a:xfrm>
            <a:custGeom>
              <a:avLst/>
              <a:gdLst/>
              <a:ahLst/>
              <a:cxnLst/>
              <a:rect r="r" b="b" t="t" l="l"/>
              <a:pathLst>
                <a:path h="184312" w="501649">
                  <a:moveTo>
                    <a:pt x="422450" y="184312"/>
                  </a:moveTo>
                  <a:cubicBezTo>
                    <a:pt x="108760" y="176692"/>
                    <a:pt x="40180" y="161452"/>
                    <a:pt x="16050" y="132242"/>
                  </a:cubicBezTo>
                  <a:cubicBezTo>
                    <a:pt x="-460" y="111922"/>
                    <a:pt x="-460" y="76362"/>
                    <a:pt x="4620" y="56042"/>
                  </a:cubicBezTo>
                  <a:cubicBezTo>
                    <a:pt x="8430" y="38262"/>
                    <a:pt x="22400" y="23022"/>
                    <a:pt x="36370" y="14132"/>
                  </a:cubicBezTo>
                  <a:cubicBezTo>
                    <a:pt x="50340" y="5242"/>
                    <a:pt x="70660" y="-1108"/>
                    <a:pt x="87170" y="162"/>
                  </a:cubicBezTo>
                  <a:cubicBezTo>
                    <a:pt x="103680" y="1432"/>
                    <a:pt x="124000" y="7782"/>
                    <a:pt x="136700" y="20482"/>
                  </a:cubicBezTo>
                  <a:cubicBezTo>
                    <a:pt x="150670" y="35722"/>
                    <a:pt x="165910" y="70012"/>
                    <a:pt x="163370" y="92872"/>
                  </a:cubicBezTo>
                  <a:cubicBezTo>
                    <a:pt x="160830" y="115732"/>
                    <a:pt x="139240" y="146212"/>
                    <a:pt x="120190" y="156372"/>
                  </a:cubicBezTo>
                  <a:cubicBezTo>
                    <a:pt x="99870" y="166532"/>
                    <a:pt x="61770" y="163992"/>
                    <a:pt x="42720" y="155102"/>
                  </a:cubicBezTo>
                  <a:cubicBezTo>
                    <a:pt x="26210" y="147482"/>
                    <a:pt x="13510" y="130972"/>
                    <a:pt x="7160" y="115732"/>
                  </a:cubicBezTo>
                  <a:cubicBezTo>
                    <a:pt x="-460" y="100492"/>
                    <a:pt x="-1730" y="80172"/>
                    <a:pt x="2080" y="63662"/>
                  </a:cubicBezTo>
                  <a:cubicBezTo>
                    <a:pt x="5890" y="47152"/>
                    <a:pt x="17320" y="29372"/>
                    <a:pt x="30020" y="19212"/>
                  </a:cubicBezTo>
                  <a:cubicBezTo>
                    <a:pt x="42720" y="9052"/>
                    <a:pt x="60500" y="162"/>
                    <a:pt x="78280" y="162"/>
                  </a:cubicBezTo>
                  <a:cubicBezTo>
                    <a:pt x="99870" y="1432"/>
                    <a:pt x="132890" y="34452"/>
                    <a:pt x="148130" y="34452"/>
                  </a:cubicBezTo>
                  <a:cubicBezTo>
                    <a:pt x="157020" y="33182"/>
                    <a:pt x="157020" y="26832"/>
                    <a:pt x="167180" y="24292"/>
                  </a:cubicBezTo>
                  <a:cubicBezTo>
                    <a:pt x="206550" y="15402"/>
                    <a:pt x="409750" y="12862"/>
                    <a:pt x="459280" y="35722"/>
                  </a:cubicBezTo>
                  <a:cubicBezTo>
                    <a:pt x="480870" y="45882"/>
                    <a:pt x="489760" y="63662"/>
                    <a:pt x="496110" y="77632"/>
                  </a:cubicBezTo>
                  <a:cubicBezTo>
                    <a:pt x="501190" y="89062"/>
                    <a:pt x="502460" y="101762"/>
                    <a:pt x="501190" y="114462"/>
                  </a:cubicBezTo>
                  <a:cubicBezTo>
                    <a:pt x="497380" y="130972"/>
                    <a:pt x="487220" y="152562"/>
                    <a:pt x="474520" y="163992"/>
                  </a:cubicBezTo>
                  <a:cubicBezTo>
                    <a:pt x="461820" y="175422"/>
                    <a:pt x="422450" y="184312"/>
                    <a:pt x="422450" y="184312"/>
                  </a:cubicBezTo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52" id="52"/>
          <p:cNvGrpSpPr/>
          <p:nvPr/>
        </p:nvGrpSpPr>
        <p:grpSpPr>
          <a:xfrm rot="0">
            <a:off x="3136583" y="4757738"/>
            <a:ext cx="271462" cy="192405"/>
            <a:chOff x="0" y="0"/>
            <a:chExt cx="361950" cy="25654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49711" y="46355"/>
              <a:ext cx="263121" cy="159473"/>
            </a:xfrm>
            <a:custGeom>
              <a:avLst/>
              <a:gdLst/>
              <a:ahLst/>
              <a:cxnLst/>
              <a:rect r="r" b="b" t="t" l="l"/>
              <a:pathLst>
                <a:path h="159473" w="263121">
                  <a:moveTo>
                    <a:pt x="189049" y="158115"/>
                  </a:moveTo>
                  <a:cubicBezTo>
                    <a:pt x="32839" y="149225"/>
                    <a:pt x="20139" y="140335"/>
                    <a:pt x="12519" y="125095"/>
                  </a:cubicBezTo>
                  <a:cubicBezTo>
                    <a:pt x="2359" y="107315"/>
                    <a:pt x="-3991" y="73025"/>
                    <a:pt x="3629" y="52705"/>
                  </a:cubicBezTo>
                  <a:cubicBezTo>
                    <a:pt x="12519" y="33655"/>
                    <a:pt x="40459" y="12065"/>
                    <a:pt x="59509" y="5715"/>
                  </a:cubicBezTo>
                  <a:cubicBezTo>
                    <a:pt x="74749" y="635"/>
                    <a:pt x="95069" y="4445"/>
                    <a:pt x="109039" y="12065"/>
                  </a:cubicBezTo>
                  <a:cubicBezTo>
                    <a:pt x="123009" y="18415"/>
                    <a:pt x="138249" y="29845"/>
                    <a:pt x="144599" y="45085"/>
                  </a:cubicBezTo>
                  <a:cubicBezTo>
                    <a:pt x="152219" y="64135"/>
                    <a:pt x="154759" y="99695"/>
                    <a:pt x="144599" y="117475"/>
                  </a:cubicBezTo>
                  <a:cubicBezTo>
                    <a:pt x="134439" y="136525"/>
                    <a:pt x="105229" y="156845"/>
                    <a:pt x="84909" y="159385"/>
                  </a:cubicBezTo>
                  <a:cubicBezTo>
                    <a:pt x="63319" y="160655"/>
                    <a:pt x="30299" y="147955"/>
                    <a:pt x="17599" y="131445"/>
                  </a:cubicBezTo>
                  <a:cubicBezTo>
                    <a:pt x="3629" y="116205"/>
                    <a:pt x="-2721" y="80645"/>
                    <a:pt x="1089" y="61595"/>
                  </a:cubicBezTo>
                  <a:cubicBezTo>
                    <a:pt x="4899" y="45085"/>
                    <a:pt x="16329" y="29845"/>
                    <a:pt x="29029" y="19685"/>
                  </a:cubicBezTo>
                  <a:cubicBezTo>
                    <a:pt x="41729" y="10795"/>
                    <a:pt x="55699" y="6985"/>
                    <a:pt x="76019" y="4445"/>
                  </a:cubicBezTo>
                  <a:cubicBezTo>
                    <a:pt x="109039" y="-635"/>
                    <a:pt x="176349" y="-3175"/>
                    <a:pt x="208099" y="6985"/>
                  </a:cubicBezTo>
                  <a:cubicBezTo>
                    <a:pt x="228419" y="13335"/>
                    <a:pt x="243659" y="23495"/>
                    <a:pt x="252549" y="38735"/>
                  </a:cubicBezTo>
                  <a:cubicBezTo>
                    <a:pt x="262709" y="55245"/>
                    <a:pt x="265249" y="90805"/>
                    <a:pt x="261439" y="108585"/>
                  </a:cubicBezTo>
                  <a:cubicBezTo>
                    <a:pt x="257629" y="121285"/>
                    <a:pt x="250009" y="131445"/>
                    <a:pt x="241119" y="139065"/>
                  </a:cubicBezTo>
                  <a:cubicBezTo>
                    <a:pt x="228419" y="149225"/>
                    <a:pt x="189049" y="158115"/>
                    <a:pt x="189049" y="158115"/>
                  </a:cubicBezTo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54" id="54"/>
          <p:cNvGrpSpPr/>
          <p:nvPr/>
        </p:nvGrpSpPr>
        <p:grpSpPr>
          <a:xfrm rot="0">
            <a:off x="3738562" y="2431733"/>
            <a:ext cx="1924050" cy="1704975"/>
            <a:chOff x="0" y="0"/>
            <a:chExt cx="2565400" cy="2273300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47395" y="50800"/>
              <a:ext cx="2467770" cy="2186150"/>
            </a:xfrm>
            <a:custGeom>
              <a:avLst/>
              <a:gdLst/>
              <a:ahLst/>
              <a:cxnLst/>
              <a:rect r="r" b="b" t="t" l="l"/>
              <a:pathLst>
                <a:path h="2186150" w="2467770">
                  <a:moveTo>
                    <a:pt x="3405" y="1696720"/>
                  </a:moveTo>
                  <a:cubicBezTo>
                    <a:pt x="3405" y="1574800"/>
                    <a:pt x="3405" y="1544320"/>
                    <a:pt x="3405" y="1513840"/>
                  </a:cubicBezTo>
                  <a:cubicBezTo>
                    <a:pt x="3405" y="1484630"/>
                    <a:pt x="3405" y="1454150"/>
                    <a:pt x="3405" y="1423670"/>
                  </a:cubicBezTo>
                  <a:cubicBezTo>
                    <a:pt x="3405" y="1393190"/>
                    <a:pt x="3405" y="1362710"/>
                    <a:pt x="3405" y="1332230"/>
                  </a:cubicBezTo>
                  <a:cubicBezTo>
                    <a:pt x="3405" y="1301750"/>
                    <a:pt x="-405" y="1263650"/>
                    <a:pt x="3405" y="1242060"/>
                  </a:cubicBezTo>
                  <a:cubicBezTo>
                    <a:pt x="7215" y="1228090"/>
                    <a:pt x="14835" y="1217930"/>
                    <a:pt x="17375" y="1209040"/>
                  </a:cubicBezTo>
                  <a:cubicBezTo>
                    <a:pt x="18645" y="1205230"/>
                    <a:pt x="17375" y="1202690"/>
                    <a:pt x="18645" y="1198880"/>
                  </a:cubicBezTo>
                  <a:cubicBezTo>
                    <a:pt x="18645" y="1195070"/>
                    <a:pt x="19915" y="1187450"/>
                    <a:pt x="19915" y="1187450"/>
                  </a:cubicBezTo>
                  <a:cubicBezTo>
                    <a:pt x="19915" y="1187450"/>
                    <a:pt x="22455" y="1181100"/>
                    <a:pt x="23725" y="1177290"/>
                  </a:cubicBezTo>
                  <a:cubicBezTo>
                    <a:pt x="24995" y="1174750"/>
                    <a:pt x="27535" y="1168400"/>
                    <a:pt x="27535" y="1167130"/>
                  </a:cubicBezTo>
                  <a:cubicBezTo>
                    <a:pt x="27535" y="1167130"/>
                    <a:pt x="31345" y="1162050"/>
                    <a:pt x="33885" y="1158240"/>
                  </a:cubicBezTo>
                  <a:cubicBezTo>
                    <a:pt x="35155" y="1155700"/>
                    <a:pt x="38965" y="1150620"/>
                    <a:pt x="38965" y="1149350"/>
                  </a:cubicBezTo>
                  <a:cubicBezTo>
                    <a:pt x="40235" y="1149350"/>
                    <a:pt x="45315" y="1145540"/>
                    <a:pt x="47855" y="1143000"/>
                  </a:cubicBezTo>
                  <a:cubicBezTo>
                    <a:pt x="50395" y="1140460"/>
                    <a:pt x="55475" y="1135380"/>
                    <a:pt x="55475" y="1135380"/>
                  </a:cubicBezTo>
                  <a:cubicBezTo>
                    <a:pt x="55475" y="1135380"/>
                    <a:pt x="61825" y="1131570"/>
                    <a:pt x="65635" y="1130300"/>
                  </a:cubicBezTo>
                  <a:cubicBezTo>
                    <a:pt x="68175" y="1129030"/>
                    <a:pt x="74525" y="1125220"/>
                    <a:pt x="74525" y="1125220"/>
                  </a:cubicBezTo>
                  <a:cubicBezTo>
                    <a:pt x="74525" y="1125220"/>
                    <a:pt x="78335" y="1125220"/>
                    <a:pt x="79605" y="1123950"/>
                  </a:cubicBezTo>
                  <a:cubicBezTo>
                    <a:pt x="82145" y="1121410"/>
                    <a:pt x="77065" y="1101090"/>
                    <a:pt x="79605" y="1090930"/>
                  </a:cubicBezTo>
                  <a:cubicBezTo>
                    <a:pt x="80875" y="1083310"/>
                    <a:pt x="89765" y="1071880"/>
                    <a:pt x="87225" y="1069340"/>
                  </a:cubicBezTo>
                  <a:cubicBezTo>
                    <a:pt x="87225" y="1068070"/>
                    <a:pt x="82145" y="1070610"/>
                    <a:pt x="78335" y="1069340"/>
                  </a:cubicBezTo>
                  <a:cubicBezTo>
                    <a:pt x="65635" y="1062990"/>
                    <a:pt x="19915" y="1014730"/>
                    <a:pt x="8485" y="984250"/>
                  </a:cubicBezTo>
                  <a:cubicBezTo>
                    <a:pt x="-1675" y="956310"/>
                    <a:pt x="-2945" y="924560"/>
                    <a:pt x="5945" y="895350"/>
                  </a:cubicBezTo>
                  <a:cubicBezTo>
                    <a:pt x="16105" y="862330"/>
                    <a:pt x="58015" y="815340"/>
                    <a:pt x="75795" y="797560"/>
                  </a:cubicBezTo>
                  <a:cubicBezTo>
                    <a:pt x="83415" y="789940"/>
                    <a:pt x="91035" y="791210"/>
                    <a:pt x="94845" y="783590"/>
                  </a:cubicBezTo>
                  <a:cubicBezTo>
                    <a:pt x="101195" y="772160"/>
                    <a:pt x="94845" y="749300"/>
                    <a:pt x="96115" y="728980"/>
                  </a:cubicBezTo>
                  <a:cubicBezTo>
                    <a:pt x="96115" y="703580"/>
                    <a:pt x="98655" y="666750"/>
                    <a:pt x="102465" y="641350"/>
                  </a:cubicBezTo>
                  <a:cubicBezTo>
                    <a:pt x="105005" y="622300"/>
                    <a:pt x="116435" y="599440"/>
                    <a:pt x="113895" y="593090"/>
                  </a:cubicBezTo>
                  <a:cubicBezTo>
                    <a:pt x="112625" y="590550"/>
                    <a:pt x="110085" y="591820"/>
                    <a:pt x="107545" y="589280"/>
                  </a:cubicBezTo>
                  <a:cubicBezTo>
                    <a:pt x="97385" y="581660"/>
                    <a:pt x="55475" y="557530"/>
                    <a:pt x="41505" y="533400"/>
                  </a:cubicBezTo>
                  <a:cubicBezTo>
                    <a:pt x="27535" y="506730"/>
                    <a:pt x="28805" y="467360"/>
                    <a:pt x="26265" y="435610"/>
                  </a:cubicBezTo>
                  <a:cubicBezTo>
                    <a:pt x="24995" y="403860"/>
                    <a:pt x="26265" y="373380"/>
                    <a:pt x="27535" y="342900"/>
                  </a:cubicBezTo>
                  <a:cubicBezTo>
                    <a:pt x="28805" y="312420"/>
                    <a:pt x="26265" y="283210"/>
                    <a:pt x="33885" y="254000"/>
                  </a:cubicBezTo>
                  <a:cubicBezTo>
                    <a:pt x="42775" y="223520"/>
                    <a:pt x="82145" y="165100"/>
                    <a:pt x="82145" y="163830"/>
                  </a:cubicBezTo>
                  <a:cubicBezTo>
                    <a:pt x="82145" y="163830"/>
                    <a:pt x="82145" y="157480"/>
                    <a:pt x="83415" y="153670"/>
                  </a:cubicBezTo>
                  <a:cubicBezTo>
                    <a:pt x="83415" y="149860"/>
                    <a:pt x="84685" y="143510"/>
                    <a:pt x="84685" y="143510"/>
                  </a:cubicBezTo>
                  <a:cubicBezTo>
                    <a:pt x="84685" y="142240"/>
                    <a:pt x="87225" y="135890"/>
                    <a:pt x="88495" y="133350"/>
                  </a:cubicBezTo>
                  <a:cubicBezTo>
                    <a:pt x="89765" y="129540"/>
                    <a:pt x="92305" y="123190"/>
                    <a:pt x="92305" y="123190"/>
                  </a:cubicBezTo>
                  <a:cubicBezTo>
                    <a:pt x="92305" y="123190"/>
                    <a:pt x="96115" y="116840"/>
                    <a:pt x="98655" y="114300"/>
                  </a:cubicBezTo>
                  <a:cubicBezTo>
                    <a:pt x="99925" y="110490"/>
                    <a:pt x="103735" y="105410"/>
                    <a:pt x="105005" y="105410"/>
                  </a:cubicBezTo>
                  <a:cubicBezTo>
                    <a:pt x="105005" y="105410"/>
                    <a:pt x="110085" y="100330"/>
                    <a:pt x="112625" y="97790"/>
                  </a:cubicBezTo>
                  <a:cubicBezTo>
                    <a:pt x="115165" y="95250"/>
                    <a:pt x="120245" y="90170"/>
                    <a:pt x="120245" y="90170"/>
                  </a:cubicBezTo>
                  <a:cubicBezTo>
                    <a:pt x="120245" y="90170"/>
                    <a:pt x="126595" y="87630"/>
                    <a:pt x="130405" y="85090"/>
                  </a:cubicBezTo>
                  <a:cubicBezTo>
                    <a:pt x="132945" y="83820"/>
                    <a:pt x="139295" y="80010"/>
                    <a:pt x="139295" y="80010"/>
                  </a:cubicBezTo>
                  <a:cubicBezTo>
                    <a:pt x="139295" y="80010"/>
                    <a:pt x="146915" y="78740"/>
                    <a:pt x="150725" y="77470"/>
                  </a:cubicBezTo>
                  <a:cubicBezTo>
                    <a:pt x="153265" y="77470"/>
                    <a:pt x="160885" y="74930"/>
                    <a:pt x="160885" y="74930"/>
                  </a:cubicBezTo>
                  <a:cubicBezTo>
                    <a:pt x="160885" y="74930"/>
                    <a:pt x="167235" y="74930"/>
                    <a:pt x="171045" y="74930"/>
                  </a:cubicBezTo>
                  <a:cubicBezTo>
                    <a:pt x="174855" y="74930"/>
                    <a:pt x="182475" y="74930"/>
                    <a:pt x="182475" y="74930"/>
                  </a:cubicBezTo>
                  <a:cubicBezTo>
                    <a:pt x="182475" y="74930"/>
                    <a:pt x="188825" y="77470"/>
                    <a:pt x="192635" y="77470"/>
                  </a:cubicBezTo>
                  <a:cubicBezTo>
                    <a:pt x="196445" y="78740"/>
                    <a:pt x="202795" y="80010"/>
                    <a:pt x="202795" y="80010"/>
                  </a:cubicBezTo>
                  <a:cubicBezTo>
                    <a:pt x="202795" y="80010"/>
                    <a:pt x="209145" y="83820"/>
                    <a:pt x="212955" y="85090"/>
                  </a:cubicBezTo>
                  <a:cubicBezTo>
                    <a:pt x="215495" y="87630"/>
                    <a:pt x="221845" y="90170"/>
                    <a:pt x="221845" y="90170"/>
                  </a:cubicBezTo>
                  <a:cubicBezTo>
                    <a:pt x="221845" y="90170"/>
                    <a:pt x="224385" y="93980"/>
                    <a:pt x="226925" y="95250"/>
                  </a:cubicBezTo>
                  <a:cubicBezTo>
                    <a:pt x="235815" y="96520"/>
                    <a:pt x="267565" y="72390"/>
                    <a:pt x="291695" y="68580"/>
                  </a:cubicBezTo>
                  <a:cubicBezTo>
                    <a:pt x="319635" y="63500"/>
                    <a:pt x="352655" y="68580"/>
                    <a:pt x="383135" y="68580"/>
                  </a:cubicBezTo>
                  <a:cubicBezTo>
                    <a:pt x="413615" y="68580"/>
                    <a:pt x="445365" y="67310"/>
                    <a:pt x="474575" y="68580"/>
                  </a:cubicBezTo>
                  <a:cubicBezTo>
                    <a:pt x="503785" y="69850"/>
                    <a:pt x="532995" y="62230"/>
                    <a:pt x="558395" y="73660"/>
                  </a:cubicBezTo>
                  <a:cubicBezTo>
                    <a:pt x="587605" y="86360"/>
                    <a:pt x="624435" y="116840"/>
                    <a:pt x="638405" y="149860"/>
                  </a:cubicBezTo>
                  <a:cubicBezTo>
                    <a:pt x="653645" y="185420"/>
                    <a:pt x="637135" y="246380"/>
                    <a:pt x="635865" y="287020"/>
                  </a:cubicBezTo>
                  <a:cubicBezTo>
                    <a:pt x="635865" y="321310"/>
                    <a:pt x="635865" y="355600"/>
                    <a:pt x="635865" y="378460"/>
                  </a:cubicBezTo>
                  <a:cubicBezTo>
                    <a:pt x="635865" y="392430"/>
                    <a:pt x="633325" y="410210"/>
                    <a:pt x="635865" y="412750"/>
                  </a:cubicBezTo>
                  <a:cubicBezTo>
                    <a:pt x="637135" y="414020"/>
                    <a:pt x="639675" y="414020"/>
                    <a:pt x="640945" y="412750"/>
                  </a:cubicBezTo>
                  <a:cubicBezTo>
                    <a:pt x="640945" y="412750"/>
                    <a:pt x="640945" y="411480"/>
                    <a:pt x="640945" y="410210"/>
                  </a:cubicBezTo>
                  <a:cubicBezTo>
                    <a:pt x="642215" y="407670"/>
                    <a:pt x="643485" y="400050"/>
                    <a:pt x="643485" y="400050"/>
                  </a:cubicBezTo>
                  <a:cubicBezTo>
                    <a:pt x="643485" y="400050"/>
                    <a:pt x="647295" y="393700"/>
                    <a:pt x="647295" y="393700"/>
                  </a:cubicBezTo>
                  <a:cubicBezTo>
                    <a:pt x="647295" y="393700"/>
                    <a:pt x="644755" y="396240"/>
                    <a:pt x="644755" y="394970"/>
                  </a:cubicBezTo>
                  <a:cubicBezTo>
                    <a:pt x="644755" y="394970"/>
                    <a:pt x="649835" y="388620"/>
                    <a:pt x="651105" y="386080"/>
                  </a:cubicBezTo>
                  <a:cubicBezTo>
                    <a:pt x="652375" y="384810"/>
                    <a:pt x="653645" y="381000"/>
                    <a:pt x="653645" y="381000"/>
                  </a:cubicBezTo>
                  <a:cubicBezTo>
                    <a:pt x="653645" y="381000"/>
                    <a:pt x="654915" y="379730"/>
                    <a:pt x="657455" y="377190"/>
                  </a:cubicBezTo>
                  <a:cubicBezTo>
                    <a:pt x="663805" y="368300"/>
                    <a:pt x="681585" y="331470"/>
                    <a:pt x="699365" y="316230"/>
                  </a:cubicBezTo>
                  <a:cubicBezTo>
                    <a:pt x="717145" y="300990"/>
                    <a:pt x="759055" y="292100"/>
                    <a:pt x="761595" y="283210"/>
                  </a:cubicBezTo>
                  <a:cubicBezTo>
                    <a:pt x="761595" y="280670"/>
                    <a:pt x="757785" y="275590"/>
                    <a:pt x="757785" y="275590"/>
                  </a:cubicBezTo>
                  <a:cubicBezTo>
                    <a:pt x="757785" y="275590"/>
                    <a:pt x="755245" y="267970"/>
                    <a:pt x="755245" y="265430"/>
                  </a:cubicBezTo>
                  <a:cubicBezTo>
                    <a:pt x="753975" y="261620"/>
                    <a:pt x="752705" y="255270"/>
                    <a:pt x="752705" y="255270"/>
                  </a:cubicBezTo>
                  <a:cubicBezTo>
                    <a:pt x="752705" y="255270"/>
                    <a:pt x="752705" y="247650"/>
                    <a:pt x="752705" y="245110"/>
                  </a:cubicBezTo>
                  <a:cubicBezTo>
                    <a:pt x="752705" y="241300"/>
                    <a:pt x="752705" y="234950"/>
                    <a:pt x="752705" y="233680"/>
                  </a:cubicBezTo>
                  <a:cubicBezTo>
                    <a:pt x="752705" y="233680"/>
                    <a:pt x="755245" y="227330"/>
                    <a:pt x="755245" y="224790"/>
                  </a:cubicBezTo>
                  <a:cubicBezTo>
                    <a:pt x="756515" y="220980"/>
                    <a:pt x="757785" y="214630"/>
                    <a:pt x="757785" y="214630"/>
                  </a:cubicBezTo>
                  <a:cubicBezTo>
                    <a:pt x="757785" y="214630"/>
                    <a:pt x="761595" y="208280"/>
                    <a:pt x="762865" y="205740"/>
                  </a:cubicBezTo>
                  <a:cubicBezTo>
                    <a:pt x="765405" y="201930"/>
                    <a:pt x="767945" y="195580"/>
                    <a:pt x="767945" y="195580"/>
                  </a:cubicBezTo>
                  <a:cubicBezTo>
                    <a:pt x="767945" y="195580"/>
                    <a:pt x="773025" y="190500"/>
                    <a:pt x="775565" y="187960"/>
                  </a:cubicBezTo>
                  <a:cubicBezTo>
                    <a:pt x="778105" y="185420"/>
                    <a:pt x="781915" y="180340"/>
                    <a:pt x="781915" y="180340"/>
                  </a:cubicBezTo>
                  <a:cubicBezTo>
                    <a:pt x="781915" y="180340"/>
                    <a:pt x="788265" y="176530"/>
                    <a:pt x="790805" y="175260"/>
                  </a:cubicBezTo>
                  <a:cubicBezTo>
                    <a:pt x="793345" y="172720"/>
                    <a:pt x="799695" y="168910"/>
                    <a:pt x="799695" y="168910"/>
                  </a:cubicBezTo>
                  <a:cubicBezTo>
                    <a:pt x="799695" y="168910"/>
                    <a:pt x="806045" y="166370"/>
                    <a:pt x="809855" y="166370"/>
                  </a:cubicBezTo>
                  <a:cubicBezTo>
                    <a:pt x="812395" y="165100"/>
                    <a:pt x="816205" y="163830"/>
                    <a:pt x="818745" y="162560"/>
                  </a:cubicBezTo>
                  <a:cubicBezTo>
                    <a:pt x="822555" y="161290"/>
                    <a:pt x="823825" y="161290"/>
                    <a:pt x="828905" y="160020"/>
                  </a:cubicBezTo>
                  <a:cubicBezTo>
                    <a:pt x="840335" y="154940"/>
                    <a:pt x="869545" y="134620"/>
                    <a:pt x="892405" y="124460"/>
                  </a:cubicBezTo>
                  <a:cubicBezTo>
                    <a:pt x="917805" y="113030"/>
                    <a:pt x="947015" y="101600"/>
                    <a:pt x="974955" y="96520"/>
                  </a:cubicBezTo>
                  <a:cubicBezTo>
                    <a:pt x="1000355" y="91440"/>
                    <a:pt x="1034645" y="93980"/>
                    <a:pt x="1052425" y="92710"/>
                  </a:cubicBezTo>
                  <a:cubicBezTo>
                    <a:pt x="1063855" y="92710"/>
                    <a:pt x="1071475" y="92710"/>
                    <a:pt x="1077825" y="92710"/>
                  </a:cubicBezTo>
                  <a:cubicBezTo>
                    <a:pt x="1081635" y="92710"/>
                    <a:pt x="1086715" y="91440"/>
                    <a:pt x="1086715" y="91440"/>
                  </a:cubicBezTo>
                  <a:cubicBezTo>
                    <a:pt x="1086715" y="91440"/>
                    <a:pt x="1155295" y="80010"/>
                    <a:pt x="1189585" y="73660"/>
                  </a:cubicBezTo>
                  <a:cubicBezTo>
                    <a:pt x="1225145" y="67310"/>
                    <a:pt x="1263245" y="55880"/>
                    <a:pt x="1300075" y="52070"/>
                  </a:cubicBezTo>
                  <a:cubicBezTo>
                    <a:pt x="1334365" y="46990"/>
                    <a:pt x="1375005" y="48260"/>
                    <a:pt x="1405485" y="46990"/>
                  </a:cubicBezTo>
                  <a:cubicBezTo>
                    <a:pt x="1428345" y="46990"/>
                    <a:pt x="1455015" y="48260"/>
                    <a:pt x="1463905" y="46990"/>
                  </a:cubicBezTo>
                  <a:cubicBezTo>
                    <a:pt x="1466445" y="46990"/>
                    <a:pt x="1468985" y="45720"/>
                    <a:pt x="1468985" y="45720"/>
                  </a:cubicBezTo>
                  <a:cubicBezTo>
                    <a:pt x="1468985" y="45720"/>
                    <a:pt x="1476605" y="45720"/>
                    <a:pt x="1479145" y="45720"/>
                  </a:cubicBezTo>
                  <a:cubicBezTo>
                    <a:pt x="1482955" y="45720"/>
                    <a:pt x="1489305" y="45720"/>
                    <a:pt x="1489305" y="45720"/>
                  </a:cubicBezTo>
                  <a:cubicBezTo>
                    <a:pt x="1490575" y="45720"/>
                    <a:pt x="1496925" y="46990"/>
                    <a:pt x="1499465" y="48260"/>
                  </a:cubicBezTo>
                  <a:cubicBezTo>
                    <a:pt x="1503275" y="48260"/>
                    <a:pt x="1509625" y="50800"/>
                    <a:pt x="1509625" y="50800"/>
                  </a:cubicBezTo>
                  <a:cubicBezTo>
                    <a:pt x="1509625" y="50800"/>
                    <a:pt x="1515975" y="53340"/>
                    <a:pt x="1518515" y="54610"/>
                  </a:cubicBezTo>
                  <a:cubicBezTo>
                    <a:pt x="1521055" y="57150"/>
                    <a:pt x="1527405" y="59690"/>
                    <a:pt x="1527405" y="59690"/>
                  </a:cubicBezTo>
                  <a:cubicBezTo>
                    <a:pt x="1527405" y="59690"/>
                    <a:pt x="1533755" y="66040"/>
                    <a:pt x="1535025" y="67310"/>
                  </a:cubicBezTo>
                  <a:cubicBezTo>
                    <a:pt x="1537565" y="68580"/>
                    <a:pt x="1561695" y="82550"/>
                    <a:pt x="1570585" y="81280"/>
                  </a:cubicBezTo>
                  <a:cubicBezTo>
                    <a:pt x="1575665" y="80010"/>
                    <a:pt x="1575665" y="69850"/>
                    <a:pt x="1583285" y="66040"/>
                  </a:cubicBezTo>
                  <a:cubicBezTo>
                    <a:pt x="1601065" y="57150"/>
                    <a:pt x="1677265" y="58420"/>
                    <a:pt x="1697585" y="64770"/>
                  </a:cubicBezTo>
                  <a:cubicBezTo>
                    <a:pt x="1706475" y="67310"/>
                    <a:pt x="1711555" y="77470"/>
                    <a:pt x="1714095" y="77470"/>
                  </a:cubicBezTo>
                  <a:cubicBezTo>
                    <a:pt x="1714095" y="77470"/>
                    <a:pt x="1714095" y="74930"/>
                    <a:pt x="1714095" y="73660"/>
                  </a:cubicBezTo>
                  <a:cubicBezTo>
                    <a:pt x="1714095" y="71120"/>
                    <a:pt x="1715365" y="63500"/>
                    <a:pt x="1715365" y="63500"/>
                  </a:cubicBezTo>
                  <a:cubicBezTo>
                    <a:pt x="1715365" y="63500"/>
                    <a:pt x="1717905" y="57150"/>
                    <a:pt x="1719175" y="53340"/>
                  </a:cubicBezTo>
                  <a:cubicBezTo>
                    <a:pt x="1720445" y="50800"/>
                    <a:pt x="1722985" y="44450"/>
                    <a:pt x="1722985" y="44450"/>
                  </a:cubicBezTo>
                  <a:cubicBezTo>
                    <a:pt x="1722985" y="44450"/>
                    <a:pt x="1726795" y="39370"/>
                    <a:pt x="1728065" y="35560"/>
                  </a:cubicBezTo>
                  <a:cubicBezTo>
                    <a:pt x="1730605" y="33020"/>
                    <a:pt x="1734415" y="27940"/>
                    <a:pt x="1734415" y="27940"/>
                  </a:cubicBezTo>
                  <a:cubicBezTo>
                    <a:pt x="1734415" y="27940"/>
                    <a:pt x="1739495" y="22860"/>
                    <a:pt x="1742035" y="20320"/>
                  </a:cubicBezTo>
                  <a:cubicBezTo>
                    <a:pt x="1744575" y="19050"/>
                    <a:pt x="1749655" y="13970"/>
                    <a:pt x="1749655" y="13970"/>
                  </a:cubicBezTo>
                  <a:cubicBezTo>
                    <a:pt x="1749655" y="13970"/>
                    <a:pt x="1756005" y="11430"/>
                    <a:pt x="1758545" y="8890"/>
                  </a:cubicBezTo>
                  <a:cubicBezTo>
                    <a:pt x="1761085" y="7620"/>
                    <a:pt x="1767435" y="5080"/>
                    <a:pt x="1767435" y="5080"/>
                  </a:cubicBezTo>
                  <a:cubicBezTo>
                    <a:pt x="1767435" y="5080"/>
                    <a:pt x="1773785" y="2540"/>
                    <a:pt x="1777595" y="2540"/>
                  </a:cubicBezTo>
                  <a:cubicBezTo>
                    <a:pt x="1781405" y="1270"/>
                    <a:pt x="1787755" y="0"/>
                    <a:pt x="1787755" y="0"/>
                  </a:cubicBezTo>
                  <a:cubicBezTo>
                    <a:pt x="1787755" y="0"/>
                    <a:pt x="1794105" y="0"/>
                    <a:pt x="1797915" y="0"/>
                  </a:cubicBezTo>
                  <a:cubicBezTo>
                    <a:pt x="1800455" y="0"/>
                    <a:pt x="1808075" y="0"/>
                    <a:pt x="1808075" y="0"/>
                  </a:cubicBezTo>
                  <a:cubicBezTo>
                    <a:pt x="1808075" y="0"/>
                    <a:pt x="1814425" y="1270"/>
                    <a:pt x="1818235" y="2540"/>
                  </a:cubicBezTo>
                  <a:cubicBezTo>
                    <a:pt x="1820775" y="3810"/>
                    <a:pt x="1827125" y="5080"/>
                    <a:pt x="1827125" y="5080"/>
                  </a:cubicBezTo>
                  <a:cubicBezTo>
                    <a:pt x="1828395" y="5080"/>
                    <a:pt x="1833475" y="7620"/>
                    <a:pt x="1837285" y="10160"/>
                  </a:cubicBezTo>
                  <a:cubicBezTo>
                    <a:pt x="1839825" y="11430"/>
                    <a:pt x="1846175" y="13970"/>
                    <a:pt x="1846175" y="13970"/>
                  </a:cubicBezTo>
                  <a:cubicBezTo>
                    <a:pt x="1846175" y="13970"/>
                    <a:pt x="1851255" y="19050"/>
                    <a:pt x="1853795" y="21590"/>
                  </a:cubicBezTo>
                  <a:cubicBezTo>
                    <a:pt x="1856335" y="22860"/>
                    <a:pt x="1861415" y="27940"/>
                    <a:pt x="1861415" y="27940"/>
                  </a:cubicBezTo>
                  <a:cubicBezTo>
                    <a:pt x="1861415" y="27940"/>
                    <a:pt x="1865225" y="33020"/>
                    <a:pt x="1866495" y="36830"/>
                  </a:cubicBezTo>
                  <a:cubicBezTo>
                    <a:pt x="1869035" y="39370"/>
                    <a:pt x="1872845" y="44450"/>
                    <a:pt x="1872845" y="44450"/>
                  </a:cubicBezTo>
                  <a:cubicBezTo>
                    <a:pt x="1872845" y="44450"/>
                    <a:pt x="1875385" y="50800"/>
                    <a:pt x="1876655" y="54610"/>
                  </a:cubicBezTo>
                  <a:cubicBezTo>
                    <a:pt x="1877925" y="57150"/>
                    <a:pt x="1879195" y="63500"/>
                    <a:pt x="1879195" y="63500"/>
                  </a:cubicBezTo>
                  <a:cubicBezTo>
                    <a:pt x="1879195" y="63500"/>
                    <a:pt x="1880465" y="71120"/>
                    <a:pt x="1880465" y="73660"/>
                  </a:cubicBezTo>
                  <a:cubicBezTo>
                    <a:pt x="1881735" y="77470"/>
                    <a:pt x="1881735" y="83820"/>
                    <a:pt x="1881735" y="83820"/>
                  </a:cubicBezTo>
                  <a:cubicBezTo>
                    <a:pt x="1881735" y="83820"/>
                    <a:pt x="1875385" y="120650"/>
                    <a:pt x="1883005" y="134620"/>
                  </a:cubicBezTo>
                  <a:cubicBezTo>
                    <a:pt x="1890625" y="149860"/>
                    <a:pt x="1921105" y="152400"/>
                    <a:pt x="1929995" y="168910"/>
                  </a:cubicBezTo>
                  <a:cubicBezTo>
                    <a:pt x="1941425" y="187960"/>
                    <a:pt x="1935075" y="237490"/>
                    <a:pt x="1935075" y="246380"/>
                  </a:cubicBezTo>
                  <a:cubicBezTo>
                    <a:pt x="1936345" y="247650"/>
                    <a:pt x="1935075" y="248920"/>
                    <a:pt x="1936345" y="250190"/>
                  </a:cubicBezTo>
                  <a:cubicBezTo>
                    <a:pt x="1941425" y="256540"/>
                    <a:pt x="2012545" y="260350"/>
                    <a:pt x="2030325" y="283210"/>
                  </a:cubicBezTo>
                  <a:cubicBezTo>
                    <a:pt x="2048105" y="304800"/>
                    <a:pt x="2041755" y="350520"/>
                    <a:pt x="2044295" y="382270"/>
                  </a:cubicBezTo>
                  <a:cubicBezTo>
                    <a:pt x="2045565" y="414020"/>
                    <a:pt x="2044295" y="441960"/>
                    <a:pt x="2044295" y="472440"/>
                  </a:cubicBezTo>
                  <a:cubicBezTo>
                    <a:pt x="2044295" y="505460"/>
                    <a:pt x="2043025" y="539750"/>
                    <a:pt x="2045565" y="575310"/>
                  </a:cubicBezTo>
                  <a:cubicBezTo>
                    <a:pt x="2049375" y="614680"/>
                    <a:pt x="2064615" y="661670"/>
                    <a:pt x="2065885" y="701040"/>
                  </a:cubicBezTo>
                  <a:cubicBezTo>
                    <a:pt x="2068425" y="736600"/>
                    <a:pt x="2073505" y="770890"/>
                    <a:pt x="2062075" y="800100"/>
                  </a:cubicBezTo>
                  <a:cubicBezTo>
                    <a:pt x="2051915" y="829310"/>
                    <a:pt x="2029055" y="869950"/>
                    <a:pt x="1999845" y="877570"/>
                  </a:cubicBezTo>
                  <a:cubicBezTo>
                    <a:pt x="1966825" y="886460"/>
                    <a:pt x="1884275" y="842010"/>
                    <a:pt x="1867765" y="825500"/>
                  </a:cubicBezTo>
                  <a:cubicBezTo>
                    <a:pt x="1861415" y="819150"/>
                    <a:pt x="1861415" y="807720"/>
                    <a:pt x="1860145" y="807720"/>
                  </a:cubicBezTo>
                  <a:cubicBezTo>
                    <a:pt x="1857605" y="807720"/>
                    <a:pt x="1860145" y="836930"/>
                    <a:pt x="1858875" y="850900"/>
                  </a:cubicBezTo>
                  <a:cubicBezTo>
                    <a:pt x="1858875" y="861060"/>
                    <a:pt x="1855065" y="880110"/>
                    <a:pt x="1857605" y="881380"/>
                  </a:cubicBezTo>
                  <a:cubicBezTo>
                    <a:pt x="1858875" y="882650"/>
                    <a:pt x="1862685" y="878840"/>
                    <a:pt x="1863955" y="876300"/>
                  </a:cubicBezTo>
                  <a:cubicBezTo>
                    <a:pt x="1867765" y="875030"/>
                    <a:pt x="1872845" y="871220"/>
                    <a:pt x="1872845" y="871220"/>
                  </a:cubicBezTo>
                  <a:cubicBezTo>
                    <a:pt x="1872845" y="871220"/>
                    <a:pt x="1879195" y="868680"/>
                    <a:pt x="1883005" y="867410"/>
                  </a:cubicBezTo>
                  <a:cubicBezTo>
                    <a:pt x="1885545" y="866140"/>
                    <a:pt x="1891895" y="863600"/>
                    <a:pt x="1891895" y="863600"/>
                  </a:cubicBezTo>
                  <a:cubicBezTo>
                    <a:pt x="1891895" y="863600"/>
                    <a:pt x="1891895" y="863600"/>
                    <a:pt x="1893165" y="863600"/>
                  </a:cubicBezTo>
                  <a:cubicBezTo>
                    <a:pt x="1893165" y="863600"/>
                    <a:pt x="1899515" y="863600"/>
                    <a:pt x="1903325" y="862330"/>
                  </a:cubicBezTo>
                  <a:cubicBezTo>
                    <a:pt x="1905865" y="862330"/>
                    <a:pt x="1913485" y="861060"/>
                    <a:pt x="1913485" y="861060"/>
                  </a:cubicBezTo>
                  <a:cubicBezTo>
                    <a:pt x="1913485" y="861060"/>
                    <a:pt x="1919835" y="862330"/>
                    <a:pt x="1923645" y="863600"/>
                  </a:cubicBezTo>
                  <a:cubicBezTo>
                    <a:pt x="1926185" y="863600"/>
                    <a:pt x="1933805" y="864870"/>
                    <a:pt x="1933805" y="864870"/>
                  </a:cubicBezTo>
                  <a:cubicBezTo>
                    <a:pt x="1933805" y="864870"/>
                    <a:pt x="1940155" y="867410"/>
                    <a:pt x="1942695" y="868680"/>
                  </a:cubicBezTo>
                  <a:cubicBezTo>
                    <a:pt x="1946505" y="869950"/>
                    <a:pt x="1952855" y="872490"/>
                    <a:pt x="1952855" y="872490"/>
                  </a:cubicBezTo>
                  <a:cubicBezTo>
                    <a:pt x="1952855" y="872490"/>
                    <a:pt x="1957935" y="876300"/>
                    <a:pt x="1961745" y="877570"/>
                  </a:cubicBezTo>
                  <a:cubicBezTo>
                    <a:pt x="1964285" y="880110"/>
                    <a:pt x="1969365" y="883920"/>
                    <a:pt x="1969365" y="883920"/>
                  </a:cubicBezTo>
                  <a:cubicBezTo>
                    <a:pt x="1969365" y="883920"/>
                    <a:pt x="1974445" y="889000"/>
                    <a:pt x="1976985" y="891540"/>
                  </a:cubicBezTo>
                  <a:cubicBezTo>
                    <a:pt x="1978255" y="894080"/>
                    <a:pt x="1983335" y="899160"/>
                    <a:pt x="1983335" y="899160"/>
                  </a:cubicBezTo>
                  <a:cubicBezTo>
                    <a:pt x="1983335" y="899160"/>
                    <a:pt x="1985875" y="905510"/>
                    <a:pt x="1988415" y="909320"/>
                  </a:cubicBezTo>
                  <a:cubicBezTo>
                    <a:pt x="1989685" y="911860"/>
                    <a:pt x="1992225" y="918210"/>
                    <a:pt x="1992225" y="918210"/>
                  </a:cubicBezTo>
                  <a:cubicBezTo>
                    <a:pt x="1992225" y="918210"/>
                    <a:pt x="1993495" y="924560"/>
                    <a:pt x="1994765" y="928370"/>
                  </a:cubicBezTo>
                  <a:cubicBezTo>
                    <a:pt x="1996035" y="930910"/>
                    <a:pt x="1997305" y="938530"/>
                    <a:pt x="1997305" y="938530"/>
                  </a:cubicBezTo>
                  <a:cubicBezTo>
                    <a:pt x="1997305" y="938530"/>
                    <a:pt x="1998575" y="975360"/>
                    <a:pt x="2002385" y="996950"/>
                  </a:cubicBezTo>
                  <a:cubicBezTo>
                    <a:pt x="2006195" y="1021080"/>
                    <a:pt x="2018895" y="1047750"/>
                    <a:pt x="2025245" y="1076960"/>
                  </a:cubicBezTo>
                  <a:cubicBezTo>
                    <a:pt x="2032865" y="1111250"/>
                    <a:pt x="2040485" y="1164590"/>
                    <a:pt x="2041755" y="1192530"/>
                  </a:cubicBezTo>
                  <a:cubicBezTo>
                    <a:pt x="2043025" y="1206500"/>
                    <a:pt x="2037945" y="1223010"/>
                    <a:pt x="2041755" y="1225550"/>
                  </a:cubicBezTo>
                  <a:cubicBezTo>
                    <a:pt x="2044295" y="1226820"/>
                    <a:pt x="2048105" y="1224280"/>
                    <a:pt x="2050645" y="1223010"/>
                  </a:cubicBezTo>
                  <a:cubicBezTo>
                    <a:pt x="2054455" y="1221740"/>
                    <a:pt x="2060805" y="1220470"/>
                    <a:pt x="2060805" y="1220470"/>
                  </a:cubicBezTo>
                  <a:cubicBezTo>
                    <a:pt x="2060805" y="1220470"/>
                    <a:pt x="2067155" y="1220470"/>
                    <a:pt x="2070965" y="1220470"/>
                  </a:cubicBezTo>
                  <a:cubicBezTo>
                    <a:pt x="2074775" y="1219200"/>
                    <a:pt x="2081125" y="1219200"/>
                    <a:pt x="2081125" y="1219200"/>
                  </a:cubicBezTo>
                  <a:cubicBezTo>
                    <a:pt x="2081125" y="1219200"/>
                    <a:pt x="2088745" y="1220470"/>
                    <a:pt x="2091285" y="1221740"/>
                  </a:cubicBezTo>
                  <a:cubicBezTo>
                    <a:pt x="2095095" y="1221740"/>
                    <a:pt x="2101445" y="1223010"/>
                    <a:pt x="2101445" y="1223010"/>
                  </a:cubicBezTo>
                  <a:cubicBezTo>
                    <a:pt x="2102715" y="1223010"/>
                    <a:pt x="2107795" y="1226820"/>
                    <a:pt x="2111605" y="1228090"/>
                  </a:cubicBezTo>
                  <a:cubicBezTo>
                    <a:pt x="2114145" y="1229360"/>
                    <a:pt x="2120495" y="1231900"/>
                    <a:pt x="2120495" y="1231900"/>
                  </a:cubicBezTo>
                  <a:cubicBezTo>
                    <a:pt x="2121765" y="1233170"/>
                    <a:pt x="2164945" y="1286510"/>
                    <a:pt x="2177645" y="1313180"/>
                  </a:cubicBezTo>
                  <a:cubicBezTo>
                    <a:pt x="2187805" y="1333500"/>
                    <a:pt x="2187805" y="1371600"/>
                    <a:pt x="2196695" y="1372870"/>
                  </a:cubicBezTo>
                  <a:cubicBezTo>
                    <a:pt x="2206855" y="1374140"/>
                    <a:pt x="2214475" y="1306830"/>
                    <a:pt x="2238605" y="1299210"/>
                  </a:cubicBezTo>
                  <a:cubicBezTo>
                    <a:pt x="2274165" y="1287780"/>
                    <a:pt x="2384655" y="1337310"/>
                    <a:pt x="2412595" y="1374140"/>
                  </a:cubicBezTo>
                  <a:cubicBezTo>
                    <a:pt x="2431645" y="1399540"/>
                    <a:pt x="2422755" y="1437640"/>
                    <a:pt x="2425295" y="1468120"/>
                  </a:cubicBezTo>
                  <a:cubicBezTo>
                    <a:pt x="2426565" y="1497330"/>
                    <a:pt x="2421485" y="1524000"/>
                    <a:pt x="2425295" y="1550670"/>
                  </a:cubicBezTo>
                  <a:cubicBezTo>
                    <a:pt x="2429105" y="1576070"/>
                    <a:pt x="2441805" y="1597660"/>
                    <a:pt x="2448155" y="1625600"/>
                  </a:cubicBezTo>
                  <a:cubicBezTo>
                    <a:pt x="2455775" y="1656080"/>
                    <a:pt x="2463395" y="1696720"/>
                    <a:pt x="2467205" y="1727200"/>
                  </a:cubicBezTo>
                  <a:cubicBezTo>
                    <a:pt x="2468475" y="1751330"/>
                    <a:pt x="2467205" y="1778000"/>
                    <a:pt x="2467205" y="1793240"/>
                  </a:cubicBezTo>
                  <a:cubicBezTo>
                    <a:pt x="2465935" y="1800860"/>
                    <a:pt x="2465935" y="1805940"/>
                    <a:pt x="2464665" y="1812290"/>
                  </a:cubicBezTo>
                  <a:cubicBezTo>
                    <a:pt x="2463395" y="1817370"/>
                    <a:pt x="2460855" y="1823720"/>
                    <a:pt x="2457045" y="1828800"/>
                  </a:cubicBezTo>
                  <a:cubicBezTo>
                    <a:pt x="2454505" y="1835150"/>
                    <a:pt x="2450695" y="1840230"/>
                    <a:pt x="2446885" y="1845310"/>
                  </a:cubicBezTo>
                  <a:cubicBezTo>
                    <a:pt x="2443075" y="1849120"/>
                    <a:pt x="2437995" y="1854200"/>
                    <a:pt x="2432915" y="1858010"/>
                  </a:cubicBezTo>
                  <a:cubicBezTo>
                    <a:pt x="2427835" y="1860550"/>
                    <a:pt x="2421485" y="1864360"/>
                    <a:pt x="2416405" y="1866900"/>
                  </a:cubicBezTo>
                  <a:cubicBezTo>
                    <a:pt x="2410055" y="1868170"/>
                    <a:pt x="2403705" y="1869440"/>
                    <a:pt x="2397355" y="1870710"/>
                  </a:cubicBezTo>
                  <a:cubicBezTo>
                    <a:pt x="2391005" y="1871980"/>
                    <a:pt x="2384655" y="1871980"/>
                    <a:pt x="2378305" y="1870710"/>
                  </a:cubicBezTo>
                  <a:cubicBezTo>
                    <a:pt x="2371955" y="1869440"/>
                    <a:pt x="2365605" y="1868170"/>
                    <a:pt x="2360525" y="1866900"/>
                  </a:cubicBezTo>
                  <a:cubicBezTo>
                    <a:pt x="2355445" y="1864360"/>
                    <a:pt x="2350365" y="1856740"/>
                    <a:pt x="2345285" y="1859280"/>
                  </a:cubicBezTo>
                  <a:cubicBezTo>
                    <a:pt x="2337665" y="1861820"/>
                    <a:pt x="2345285" y="1902460"/>
                    <a:pt x="2331315" y="1915160"/>
                  </a:cubicBezTo>
                  <a:cubicBezTo>
                    <a:pt x="2309725" y="1935480"/>
                    <a:pt x="2238605" y="1946910"/>
                    <a:pt x="2203045" y="1939290"/>
                  </a:cubicBezTo>
                  <a:cubicBezTo>
                    <a:pt x="2173835" y="1931670"/>
                    <a:pt x="2149705" y="1907540"/>
                    <a:pt x="2131925" y="1885950"/>
                  </a:cubicBezTo>
                  <a:cubicBezTo>
                    <a:pt x="2115415" y="1864360"/>
                    <a:pt x="2110335" y="1836420"/>
                    <a:pt x="2102715" y="1809750"/>
                  </a:cubicBezTo>
                  <a:cubicBezTo>
                    <a:pt x="2092555" y="1779270"/>
                    <a:pt x="2091285" y="1715770"/>
                    <a:pt x="2081125" y="1713230"/>
                  </a:cubicBezTo>
                  <a:cubicBezTo>
                    <a:pt x="2074775" y="1711960"/>
                    <a:pt x="2069695" y="1737360"/>
                    <a:pt x="2058265" y="1747520"/>
                  </a:cubicBezTo>
                  <a:cubicBezTo>
                    <a:pt x="2040485" y="1761490"/>
                    <a:pt x="2001115" y="1766570"/>
                    <a:pt x="1976985" y="1780540"/>
                  </a:cubicBezTo>
                  <a:cubicBezTo>
                    <a:pt x="1952855" y="1793240"/>
                    <a:pt x="1935075" y="1812290"/>
                    <a:pt x="1912215" y="1823720"/>
                  </a:cubicBezTo>
                  <a:cubicBezTo>
                    <a:pt x="1889355" y="1836420"/>
                    <a:pt x="1863955" y="1844040"/>
                    <a:pt x="1837285" y="1851660"/>
                  </a:cubicBezTo>
                  <a:cubicBezTo>
                    <a:pt x="1810615" y="1860550"/>
                    <a:pt x="1767435" y="1855470"/>
                    <a:pt x="1754735" y="1871980"/>
                  </a:cubicBezTo>
                  <a:cubicBezTo>
                    <a:pt x="1743305" y="1887220"/>
                    <a:pt x="1745845" y="1925320"/>
                    <a:pt x="1754735" y="1940560"/>
                  </a:cubicBezTo>
                  <a:cubicBezTo>
                    <a:pt x="1761085" y="1953260"/>
                    <a:pt x="1791565" y="1964690"/>
                    <a:pt x="1791565" y="1964690"/>
                  </a:cubicBezTo>
                  <a:cubicBezTo>
                    <a:pt x="1791565" y="1964690"/>
                    <a:pt x="1794105" y="1971040"/>
                    <a:pt x="1796645" y="1974850"/>
                  </a:cubicBezTo>
                  <a:cubicBezTo>
                    <a:pt x="1797915" y="1977390"/>
                    <a:pt x="1801725" y="1983740"/>
                    <a:pt x="1801725" y="1985010"/>
                  </a:cubicBezTo>
                  <a:cubicBezTo>
                    <a:pt x="1801725" y="1985010"/>
                    <a:pt x="1802995" y="1991360"/>
                    <a:pt x="1804265" y="1995170"/>
                  </a:cubicBezTo>
                  <a:cubicBezTo>
                    <a:pt x="1804265" y="1998980"/>
                    <a:pt x="1806805" y="2005330"/>
                    <a:pt x="1806805" y="2005330"/>
                  </a:cubicBezTo>
                  <a:cubicBezTo>
                    <a:pt x="1806805" y="2005330"/>
                    <a:pt x="1806805" y="2012950"/>
                    <a:pt x="1806805" y="2016760"/>
                  </a:cubicBezTo>
                  <a:cubicBezTo>
                    <a:pt x="1805535" y="2020570"/>
                    <a:pt x="1805535" y="2026920"/>
                    <a:pt x="1805535" y="2026920"/>
                  </a:cubicBezTo>
                  <a:cubicBezTo>
                    <a:pt x="1805535" y="2026920"/>
                    <a:pt x="1804265" y="2034540"/>
                    <a:pt x="1802995" y="2038350"/>
                  </a:cubicBezTo>
                  <a:cubicBezTo>
                    <a:pt x="1802995" y="2040890"/>
                    <a:pt x="1800455" y="2048510"/>
                    <a:pt x="1800455" y="2048510"/>
                  </a:cubicBezTo>
                  <a:cubicBezTo>
                    <a:pt x="1800455" y="2048510"/>
                    <a:pt x="1796645" y="2054860"/>
                    <a:pt x="1795375" y="2057400"/>
                  </a:cubicBezTo>
                  <a:cubicBezTo>
                    <a:pt x="1794105" y="2061210"/>
                    <a:pt x="1790295" y="2067560"/>
                    <a:pt x="1790295" y="2067560"/>
                  </a:cubicBezTo>
                  <a:cubicBezTo>
                    <a:pt x="1790295" y="2067560"/>
                    <a:pt x="1785215" y="2072640"/>
                    <a:pt x="1782675" y="2075180"/>
                  </a:cubicBezTo>
                  <a:cubicBezTo>
                    <a:pt x="1780135" y="2078990"/>
                    <a:pt x="1776325" y="2084070"/>
                    <a:pt x="1776325" y="2084070"/>
                  </a:cubicBezTo>
                  <a:cubicBezTo>
                    <a:pt x="1775055" y="2084070"/>
                    <a:pt x="1769975" y="2087880"/>
                    <a:pt x="1766165" y="2090420"/>
                  </a:cubicBezTo>
                  <a:cubicBezTo>
                    <a:pt x="1763625" y="2091690"/>
                    <a:pt x="1757275" y="2095500"/>
                    <a:pt x="1757275" y="2095500"/>
                  </a:cubicBezTo>
                  <a:cubicBezTo>
                    <a:pt x="1757275" y="2095500"/>
                    <a:pt x="1749655" y="2099310"/>
                    <a:pt x="1747115" y="2099310"/>
                  </a:cubicBezTo>
                  <a:cubicBezTo>
                    <a:pt x="1745845" y="2100580"/>
                    <a:pt x="1744575" y="2100580"/>
                    <a:pt x="1744575" y="2100580"/>
                  </a:cubicBezTo>
                  <a:cubicBezTo>
                    <a:pt x="1744575" y="2100580"/>
                    <a:pt x="1745845" y="2100580"/>
                    <a:pt x="1745845" y="2100580"/>
                  </a:cubicBezTo>
                  <a:cubicBezTo>
                    <a:pt x="1745845" y="2101850"/>
                    <a:pt x="1743305" y="2100580"/>
                    <a:pt x="1743305" y="2101850"/>
                  </a:cubicBezTo>
                  <a:cubicBezTo>
                    <a:pt x="1740765" y="2101850"/>
                    <a:pt x="1736955" y="2103120"/>
                    <a:pt x="1736955" y="2103120"/>
                  </a:cubicBezTo>
                  <a:cubicBezTo>
                    <a:pt x="1736955" y="2103120"/>
                    <a:pt x="1730605" y="2104390"/>
                    <a:pt x="1726795" y="2104390"/>
                  </a:cubicBezTo>
                  <a:cubicBezTo>
                    <a:pt x="1722985" y="2105660"/>
                    <a:pt x="1715365" y="2105660"/>
                    <a:pt x="1715365" y="2105660"/>
                  </a:cubicBezTo>
                  <a:cubicBezTo>
                    <a:pt x="1715365" y="2105660"/>
                    <a:pt x="1711555" y="2104390"/>
                    <a:pt x="1707745" y="2104390"/>
                  </a:cubicBezTo>
                  <a:cubicBezTo>
                    <a:pt x="1698855" y="2104390"/>
                    <a:pt x="1674725" y="2109470"/>
                    <a:pt x="1655675" y="2110740"/>
                  </a:cubicBezTo>
                  <a:cubicBezTo>
                    <a:pt x="1629005" y="2112010"/>
                    <a:pt x="1588365" y="2113280"/>
                    <a:pt x="1564235" y="2110740"/>
                  </a:cubicBezTo>
                  <a:cubicBezTo>
                    <a:pt x="1547725" y="2108200"/>
                    <a:pt x="1540105" y="2100580"/>
                    <a:pt x="1524865" y="2099310"/>
                  </a:cubicBezTo>
                  <a:cubicBezTo>
                    <a:pt x="1502005" y="2098040"/>
                    <a:pt x="1468985" y="2108200"/>
                    <a:pt x="1439775" y="2109470"/>
                  </a:cubicBezTo>
                  <a:cubicBezTo>
                    <a:pt x="1410565" y="2110740"/>
                    <a:pt x="1378815" y="2109470"/>
                    <a:pt x="1349605" y="2109470"/>
                  </a:cubicBezTo>
                  <a:cubicBezTo>
                    <a:pt x="1319125" y="2109470"/>
                    <a:pt x="1288645" y="2109470"/>
                    <a:pt x="1258165" y="2109470"/>
                  </a:cubicBezTo>
                  <a:cubicBezTo>
                    <a:pt x="1227685" y="2109470"/>
                    <a:pt x="1197205" y="2109470"/>
                    <a:pt x="1166725" y="2109470"/>
                  </a:cubicBezTo>
                  <a:cubicBezTo>
                    <a:pt x="1136245" y="2109470"/>
                    <a:pt x="1105765" y="2109470"/>
                    <a:pt x="1074015" y="2109470"/>
                  </a:cubicBezTo>
                  <a:cubicBezTo>
                    <a:pt x="1043535" y="2109470"/>
                    <a:pt x="1011785" y="2109470"/>
                    <a:pt x="982575" y="2109470"/>
                  </a:cubicBezTo>
                  <a:cubicBezTo>
                    <a:pt x="955905" y="2109470"/>
                    <a:pt x="906375" y="2109470"/>
                    <a:pt x="906375" y="2109470"/>
                  </a:cubicBezTo>
                  <a:cubicBezTo>
                    <a:pt x="906375" y="2109470"/>
                    <a:pt x="898755" y="2109470"/>
                    <a:pt x="894945" y="2108200"/>
                  </a:cubicBezTo>
                  <a:cubicBezTo>
                    <a:pt x="892405" y="2108200"/>
                    <a:pt x="884785" y="2106930"/>
                    <a:pt x="884785" y="2106930"/>
                  </a:cubicBezTo>
                  <a:cubicBezTo>
                    <a:pt x="884785" y="2106930"/>
                    <a:pt x="878435" y="2104390"/>
                    <a:pt x="874625" y="2103120"/>
                  </a:cubicBezTo>
                  <a:cubicBezTo>
                    <a:pt x="870815" y="2101850"/>
                    <a:pt x="864465" y="2099310"/>
                    <a:pt x="864465" y="2099310"/>
                  </a:cubicBezTo>
                  <a:cubicBezTo>
                    <a:pt x="864465" y="2099310"/>
                    <a:pt x="858115" y="2095500"/>
                    <a:pt x="855575" y="2094230"/>
                  </a:cubicBezTo>
                  <a:cubicBezTo>
                    <a:pt x="853035" y="2091690"/>
                    <a:pt x="846685" y="2087880"/>
                    <a:pt x="846685" y="2087880"/>
                  </a:cubicBezTo>
                  <a:cubicBezTo>
                    <a:pt x="846685" y="2087880"/>
                    <a:pt x="841605" y="2082800"/>
                    <a:pt x="839065" y="2078990"/>
                  </a:cubicBezTo>
                  <a:cubicBezTo>
                    <a:pt x="836525" y="2076450"/>
                    <a:pt x="832715" y="2071370"/>
                    <a:pt x="832715" y="2071370"/>
                  </a:cubicBezTo>
                  <a:cubicBezTo>
                    <a:pt x="832715" y="2071370"/>
                    <a:pt x="828905" y="2065020"/>
                    <a:pt x="827635" y="2062480"/>
                  </a:cubicBezTo>
                  <a:cubicBezTo>
                    <a:pt x="825095" y="2058670"/>
                    <a:pt x="822555" y="2052320"/>
                    <a:pt x="822555" y="2052320"/>
                  </a:cubicBezTo>
                  <a:cubicBezTo>
                    <a:pt x="822555" y="2052320"/>
                    <a:pt x="820015" y="2045970"/>
                    <a:pt x="818745" y="2042160"/>
                  </a:cubicBezTo>
                  <a:cubicBezTo>
                    <a:pt x="818745" y="2038350"/>
                    <a:pt x="816205" y="2032000"/>
                    <a:pt x="816205" y="2032000"/>
                  </a:cubicBezTo>
                  <a:cubicBezTo>
                    <a:pt x="816205" y="2032000"/>
                    <a:pt x="816205" y="2024380"/>
                    <a:pt x="816205" y="2020570"/>
                  </a:cubicBezTo>
                  <a:cubicBezTo>
                    <a:pt x="816205" y="2016760"/>
                    <a:pt x="816205" y="2010410"/>
                    <a:pt x="816205" y="2010410"/>
                  </a:cubicBezTo>
                  <a:cubicBezTo>
                    <a:pt x="816205" y="2010410"/>
                    <a:pt x="817475" y="2002790"/>
                    <a:pt x="818745" y="1998980"/>
                  </a:cubicBezTo>
                  <a:cubicBezTo>
                    <a:pt x="820015" y="1996440"/>
                    <a:pt x="821285" y="1988820"/>
                    <a:pt x="821285" y="1988820"/>
                  </a:cubicBezTo>
                  <a:cubicBezTo>
                    <a:pt x="821285" y="1988820"/>
                    <a:pt x="825095" y="1982470"/>
                    <a:pt x="826365" y="1979930"/>
                  </a:cubicBezTo>
                  <a:cubicBezTo>
                    <a:pt x="827635" y="1976120"/>
                    <a:pt x="831445" y="1969770"/>
                    <a:pt x="831445" y="1969770"/>
                  </a:cubicBezTo>
                  <a:cubicBezTo>
                    <a:pt x="831445" y="1969770"/>
                    <a:pt x="836525" y="1964690"/>
                    <a:pt x="837795" y="1962150"/>
                  </a:cubicBezTo>
                  <a:cubicBezTo>
                    <a:pt x="840335" y="1958340"/>
                    <a:pt x="845415" y="1953260"/>
                    <a:pt x="845415" y="1953260"/>
                  </a:cubicBezTo>
                  <a:cubicBezTo>
                    <a:pt x="845415" y="1953260"/>
                    <a:pt x="851765" y="1949450"/>
                    <a:pt x="854305" y="1946910"/>
                  </a:cubicBezTo>
                  <a:cubicBezTo>
                    <a:pt x="856845" y="1945640"/>
                    <a:pt x="863195" y="1940560"/>
                    <a:pt x="863195" y="1940560"/>
                  </a:cubicBezTo>
                  <a:cubicBezTo>
                    <a:pt x="863195" y="1940560"/>
                    <a:pt x="864465" y="1940560"/>
                    <a:pt x="864465" y="1940560"/>
                  </a:cubicBezTo>
                  <a:cubicBezTo>
                    <a:pt x="864465" y="1939290"/>
                    <a:pt x="860655" y="1938020"/>
                    <a:pt x="856845" y="1934210"/>
                  </a:cubicBezTo>
                  <a:cubicBezTo>
                    <a:pt x="845415" y="1921510"/>
                    <a:pt x="804775" y="1842770"/>
                    <a:pt x="793345" y="1846580"/>
                  </a:cubicBezTo>
                  <a:cubicBezTo>
                    <a:pt x="781915" y="1849120"/>
                    <a:pt x="795885" y="1922780"/>
                    <a:pt x="786995" y="1940560"/>
                  </a:cubicBezTo>
                  <a:cubicBezTo>
                    <a:pt x="783185" y="1949450"/>
                    <a:pt x="773025" y="1948180"/>
                    <a:pt x="769215" y="1955800"/>
                  </a:cubicBezTo>
                  <a:cubicBezTo>
                    <a:pt x="764135" y="1965960"/>
                    <a:pt x="769215" y="1990090"/>
                    <a:pt x="769215" y="2002790"/>
                  </a:cubicBezTo>
                  <a:cubicBezTo>
                    <a:pt x="770485" y="2011680"/>
                    <a:pt x="770485" y="2025650"/>
                    <a:pt x="770485" y="2025650"/>
                  </a:cubicBezTo>
                  <a:cubicBezTo>
                    <a:pt x="770485" y="2025650"/>
                    <a:pt x="769215" y="2033270"/>
                    <a:pt x="769215" y="2035810"/>
                  </a:cubicBezTo>
                  <a:cubicBezTo>
                    <a:pt x="767945" y="2039620"/>
                    <a:pt x="767945" y="2045970"/>
                    <a:pt x="767945" y="2045970"/>
                  </a:cubicBezTo>
                  <a:cubicBezTo>
                    <a:pt x="767945" y="2045970"/>
                    <a:pt x="765405" y="2052320"/>
                    <a:pt x="764135" y="2056130"/>
                  </a:cubicBezTo>
                  <a:cubicBezTo>
                    <a:pt x="762865" y="2059940"/>
                    <a:pt x="760325" y="2065020"/>
                    <a:pt x="760325" y="2066290"/>
                  </a:cubicBezTo>
                  <a:cubicBezTo>
                    <a:pt x="760325" y="2066290"/>
                    <a:pt x="756515" y="2071370"/>
                    <a:pt x="753975" y="2073910"/>
                  </a:cubicBezTo>
                  <a:cubicBezTo>
                    <a:pt x="752705" y="2077720"/>
                    <a:pt x="748895" y="2082800"/>
                    <a:pt x="748895" y="2082800"/>
                  </a:cubicBezTo>
                  <a:cubicBezTo>
                    <a:pt x="748895" y="2082800"/>
                    <a:pt x="743815" y="2087880"/>
                    <a:pt x="741275" y="2089150"/>
                  </a:cubicBezTo>
                  <a:cubicBezTo>
                    <a:pt x="738735" y="2091690"/>
                    <a:pt x="733655" y="2096770"/>
                    <a:pt x="732385" y="2096770"/>
                  </a:cubicBezTo>
                  <a:cubicBezTo>
                    <a:pt x="732385" y="2096770"/>
                    <a:pt x="727305" y="2099310"/>
                    <a:pt x="723495" y="2101850"/>
                  </a:cubicBezTo>
                  <a:cubicBezTo>
                    <a:pt x="720955" y="2103120"/>
                    <a:pt x="714605" y="2105660"/>
                    <a:pt x="714605" y="2105660"/>
                  </a:cubicBezTo>
                  <a:cubicBezTo>
                    <a:pt x="714605" y="2105660"/>
                    <a:pt x="708255" y="2108200"/>
                    <a:pt x="704445" y="2108200"/>
                  </a:cubicBezTo>
                  <a:cubicBezTo>
                    <a:pt x="701905" y="2109470"/>
                    <a:pt x="694285" y="2110740"/>
                    <a:pt x="694285" y="2110740"/>
                  </a:cubicBezTo>
                  <a:cubicBezTo>
                    <a:pt x="694285" y="2110740"/>
                    <a:pt x="687935" y="2110740"/>
                    <a:pt x="684125" y="2110740"/>
                  </a:cubicBezTo>
                  <a:cubicBezTo>
                    <a:pt x="680315" y="2110740"/>
                    <a:pt x="673965" y="2110740"/>
                    <a:pt x="673965" y="2110740"/>
                  </a:cubicBezTo>
                  <a:cubicBezTo>
                    <a:pt x="673965" y="2110740"/>
                    <a:pt x="667615" y="2109470"/>
                    <a:pt x="663805" y="2108200"/>
                  </a:cubicBezTo>
                  <a:cubicBezTo>
                    <a:pt x="659995" y="2108200"/>
                    <a:pt x="653645" y="2105660"/>
                    <a:pt x="653645" y="2105660"/>
                  </a:cubicBezTo>
                  <a:cubicBezTo>
                    <a:pt x="653645" y="2105660"/>
                    <a:pt x="647295" y="2103120"/>
                    <a:pt x="644755" y="2101850"/>
                  </a:cubicBezTo>
                  <a:cubicBezTo>
                    <a:pt x="642215" y="2099310"/>
                    <a:pt x="635865" y="2096770"/>
                    <a:pt x="635865" y="2096770"/>
                  </a:cubicBezTo>
                  <a:cubicBezTo>
                    <a:pt x="635865" y="2096770"/>
                    <a:pt x="630785" y="2091690"/>
                    <a:pt x="628245" y="2089150"/>
                  </a:cubicBezTo>
                  <a:cubicBezTo>
                    <a:pt x="625705" y="2087880"/>
                    <a:pt x="620625" y="2082800"/>
                    <a:pt x="620625" y="2082800"/>
                  </a:cubicBezTo>
                  <a:cubicBezTo>
                    <a:pt x="620625" y="2082800"/>
                    <a:pt x="616815" y="2077720"/>
                    <a:pt x="614275" y="2073910"/>
                  </a:cubicBezTo>
                  <a:cubicBezTo>
                    <a:pt x="611735" y="2071370"/>
                    <a:pt x="607925" y="2066290"/>
                    <a:pt x="607925" y="2066290"/>
                  </a:cubicBezTo>
                  <a:cubicBezTo>
                    <a:pt x="607925" y="2066290"/>
                    <a:pt x="605385" y="2057400"/>
                    <a:pt x="604115" y="2056130"/>
                  </a:cubicBezTo>
                  <a:cubicBezTo>
                    <a:pt x="604115" y="2056130"/>
                    <a:pt x="605385" y="2054860"/>
                    <a:pt x="604115" y="2054860"/>
                  </a:cubicBezTo>
                  <a:cubicBezTo>
                    <a:pt x="600305" y="2052320"/>
                    <a:pt x="564745" y="2061210"/>
                    <a:pt x="543155" y="2062480"/>
                  </a:cubicBezTo>
                  <a:cubicBezTo>
                    <a:pt x="520295" y="2063750"/>
                    <a:pt x="474575" y="2054860"/>
                    <a:pt x="468225" y="2062480"/>
                  </a:cubicBezTo>
                  <a:cubicBezTo>
                    <a:pt x="464415" y="2066290"/>
                    <a:pt x="470765" y="2071370"/>
                    <a:pt x="469495" y="2078990"/>
                  </a:cubicBezTo>
                  <a:cubicBezTo>
                    <a:pt x="466955" y="2096770"/>
                    <a:pt x="459335" y="2152650"/>
                    <a:pt x="433935" y="2170430"/>
                  </a:cubicBezTo>
                  <a:cubicBezTo>
                    <a:pt x="400915" y="2192020"/>
                    <a:pt x="304395" y="2190750"/>
                    <a:pt x="267565" y="2170430"/>
                  </a:cubicBezTo>
                  <a:cubicBezTo>
                    <a:pt x="238355" y="2155190"/>
                    <a:pt x="226925" y="2114550"/>
                    <a:pt x="212955" y="2085340"/>
                  </a:cubicBezTo>
                  <a:cubicBezTo>
                    <a:pt x="201525" y="2059940"/>
                    <a:pt x="191365" y="2014220"/>
                    <a:pt x="190095" y="2006600"/>
                  </a:cubicBezTo>
                  <a:cubicBezTo>
                    <a:pt x="188825" y="2006600"/>
                    <a:pt x="190095" y="2005330"/>
                    <a:pt x="188825" y="2005330"/>
                  </a:cubicBezTo>
                  <a:cubicBezTo>
                    <a:pt x="186285" y="2002790"/>
                    <a:pt x="154535" y="2021840"/>
                    <a:pt x="132945" y="2019300"/>
                  </a:cubicBezTo>
                  <a:cubicBezTo>
                    <a:pt x="102465" y="2015490"/>
                    <a:pt x="47855" y="1992630"/>
                    <a:pt x="27535" y="1965960"/>
                  </a:cubicBezTo>
                  <a:cubicBezTo>
                    <a:pt x="9755" y="1944370"/>
                    <a:pt x="9755" y="1912620"/>
                    <a:pt x="5945" y="1883410"/>
                  </a:cubicBezTo>
                  <a:cubicBezTo>
                    <a:pt x="865" y="1852930"/>
                    <a:pt x="4675" y="1818640"/>
                    <a:pt x="3405" y="1786890"/>
                  </a:cubicBezTo>
                  <a:cubicBezTo>
                    <a:pt x="3405" y="1756410"/>
                    <a:pt x="3405" y="1696720"/>
                    <a:pt x="3405" y="1696720"/>
                  </a:cubicBezTo>
                  <a:moveTo>
                    <a:pt x="291695" y="246380"/>
                  </a:moveTo>
                  <a:cubicBezTo>
                    <a:pt x="299315" y="264160"/>
                    <a:pt x="308205" y="248920"/>
                    <a:pt x="305665" y="246380"/>
                  </a:cubicBezTo>
                  <a:cubicBezTo>
                    <a:pt x="304395" y="243840"/>
                    <a:pt x="291695" y="246380"/>
                    <a:pt x="291695" y="246380"/>
                  </a:cubicBezTo>
                  <a:moveTo>
                    <a:pt x="364085" y="1617980"/>
                  </a:moveTo>
                  <a:cubicBezTo>
                    <a:pt x="369165" y="1643380"/>
                    <a:pt x="370435" y="1656080"/>
                    <a:pt x="371705" y="1656080"/>
                  </a:cubicBezTo>
                  <a:cubicBezTo>
                    <a:pt x="371705" y="1656080"/>
                    <a:pt x="371705" y="1648460"/>
                    <a:pt x="370435" y="1643380"/>
                  </a:cubicBezTo>
                  <a:cubicBezTo>
                    <a:pt x="369165" y="1635760"/>
                    <a:pt x="364085" y="1617980"/>
                    <a:pt x="364085" y="1617980"/>
                  </a:cubicBezTo>
                  <a:moveTo>
                    <a:pt x="634595" y="637540"/>
                  </a:moveTo>
                  <a:cubicBezTo>
                    <a:pt x="750165" y="659130"/>
                    <a:pt x="764135" y="674370"/>
                    <a:pt x="780645" y="670560"/>
                  </a:cubicBezTo>
                  <a:cubicBezTo>
                    <a:pt x="799695" y="665480"/>
                    <a:pt x="817475" y="632460"/>
                    <a:pt x="836525" y="617220"/>
                  </a:cubicBezTo>
                  <a:cubicBezTo>
                    <a:pt x="854305" y="604520"/>
                    <a:pt x="889865" y="589280"/>
                    <a:pt x="888595" y="584200"/>
                  </a:cubicBezTo>
                  <a:cubicBezTo>
                    <a:pt x="886055" y="577850"/>
                    <a:pt x="847955" y="584200"/>
                    <a:pt x="826365" y="584200"/>
                  </a:cubicBezTo>
                  <a:cubicBezTo>
                    <a:pt x="800965" y="584200"/>
                    <a:pt x="774295" y="584200"/>
                    <a:pt x="748895" y="584200"/>
                  </a:cubicBezTo>
                  <a:cubicBezTo>
                    <a:pt x="722225" y="582930"/>
                    <a:pt x="689205" y="582930"/>
                    <a:pt x="667615" y="582930"/>
                  </a:cubicBezTo>
                  <a:cubicBezTo>
                    <a:pt x="654915" y="582930"/>
                    <a:pt x="640945" y="576580"/>
                    <a:pt x="634595" y="582930"/>
                  </a:cubicBezTo>
                  <a:cubicBezTo>
                    <a:pt x="626975" y="590550"/>
                    <a:pt x="634595" y="637540"/>
                    <a:pt x="634595" y="637540"/>
                  </a:cubicBezTo>
                  <a:moveTo>
                    <a:pt x="666345" y="816610"/>
                  </a:moveTo>
                  <a:cubicBezTo>
                    <a:pt x="667615" y="816610"/>
                    <a:pt x="667615" y="816610"/>
                    <a:pt x="667615" y="816610"/>
                  </a:cubicBezTo>
                  <a:cubicBezTo>
                    <a:pt x="667615" y="816610"/>
                    <a:pt x="670155" y="822960"/>
                    <a:pt x="670155" y="826770"/>
                  </a:cubicBezTo>
                  <a:cubicBezTo>
                    <a:pt x="671425" y="829310"/>
                    <a:pt x="673965" y="835660"/>
                    <a:pt x="673965" y="835660"/>
                  </a:cubicBezTo>
                  <a:cubicBezTo>
                    <a:pt x="673965" y="835660"/>
                    <a:pt x="675235" y="842010"/>
                    <a:pt x="675235" y="845820"/>
                  </a:cubicBezTo>
                  <a:cubicBezTo>
                    <a:pt x="676505" y="849630"/>
                    <a:pt x="676505" y="855980"/>
                    <a:pt x="676505" y="855980"/>
                  </a:cubicBezTo>
                  <a:cubicBezTo>
                    <a:pt x="676505" y="855980"/>
                    <a:pt x="677775" y="908050"/>
                    <a:pt x="677775" y="935990"/>
                  </a:cubicBezTo>
                  <a:cubicBezTo>
                    <a:pt x="677775" y="965200"/>
                    <a:pt x="677775" y="1003300"/>
                    <a:pt x="677775" y="1024890"/>
                  </a:cubicBezTo>
                  <a:cubicBezTo>
                    <a:pt x="677775" y="1037590"/>
                    <a:pt x="677775" y="1041400"/>
                    <a:pt x="677775" y="1054100"/>
                  </a:cubicBezTo>
                  <a:cubicBezTo>
                    <a:pt x="679045" y="1079500"/>
                    <a:pt x="682855" y="1135380"/>
                    <a:pt x="685395" y="1164590"/>
                  </a:cubicBezTo>
                  <a:cubicBezTo>
                    <a:pt x="687935" y="1184910"/>
                    <a:pt x="687935" y="1209040"/>
                    <a:pt x="694285" y="1212850"/>
                  </a:cubicBezTo>
                  <a:cubicBezTo>
                    <a:pt x="696825" y="1215390"/>
                    <a:pt x="703175" y="1212850"/>
                    <a:pt x="703175" y="1212850"/>
                  </a:cubicBezTo>
                  <a:cubicBezTo>
                    <a:pt x="704445" y="1212850"/>
                    <a:pt x="710795" y="1216660"/>
                    <a:pt x="713335" y="1214120"/>
                  </a:cubicBezTo>
                  <a:cubicBezTo>
                    <a:pt x="719685" y="1209040"/>
                    <a:pt x="709525" y="1165860"/>
                    <a:pt x="717145" y="1149350"/>
                  </a:cubicBezTo>
                  <a:cubicBezTo>
                    <a:pt x="723495" y="1135380"/>
                    <a:pt x="751435" y="1127760"/>
                    <a:pt x="750165" y="1116330"/>
                  </a:cubicBezTo>
                  <a:cubicBezTo>
                    <a:pt x="750165" y="1103630"/>
                    <a:pt x="713335" y="1094740"/>
                    <a:pt x="703175" y="1075690"/>
                  </a:cubicBezTo>
                  <a:cubicBezTo>
                    <a:pt x="691745" y="1055370"/>
                    <a:pt x="689205" y="1019810"/>
                    <a:pt x="691745" y="991870"/>
                  </a:cubicBezTo>
                  <a:cubicBezTo>
                    <a:pt x="694285" y="962660"/>
                    <a:pt x="719685" y="905510"/>
                    <a:pt x="719685" y="902970"/>
                  </a:cubicBezTo>
                  <a:cubicBezTo>
                    <a:pt x="719685" y="902970"/>
                    <a:pt x="718415" y="901700"/>
                    <a:pt x="717145" y="900430"/>
                  </a:cubicBezTo>
                  <a:cubicBezTo>
                    <a:pt x="714605" y="899160"/>
                    <a:pt x="708255" y="894080"/>
                    <a:pt x="708255" y="894080"/>
                  </a:cubicBezTo>
                  <a:cubicBezTo>
                    <a:pt x="708255" y="894080"/>
                    <a:pt x="704445" y="889000"/>
                    <a:pt x="701905" y="886460"/>
                  </a:cubicBezTo>
                  <a:cubicBezTo>
                    <a:pt x="699365" y="882650"/>
                    <a:pt x="695555" y="877570"/>
                    <a:pt x="695555" y="877570"/>
                  </a:cubicBezTo>
                  <a:cubicBezTo>
                    <a:pt x="695555" y="877570"/>
                    <a:pt x="693015" y="871220"/>
                    <a:pt x="690475" y="868680"/>
                  </a:cubicBezTo>
                  <a:cubicBezTo>
                    <a:pt x="689205" y="864870"/>
                    <a:pt x="686665" y="859790"/>
                    <a:pt x="686665" y="858520"/>
                  </a:cubicBezTo>
                  <a:cubicBezTo>
                    <a:pt x="686665" y="858520"/>
                    <a:pt x="685395" y="852170"/>
                    <a:pt x="684125" y="848360"/>
                  </a:cubicBezTo>
                  <a:cubicBezTo>
                    <a:pt x="684125" y="845820"/>
                    <a:pt x="682855" y="839470"/>
                    <a:pt x="682855" y="838200"/>
                  </a:cubicBezTo>
                  <a:cubicBezTo>
                    <a:pt x="682855" y="838200"/>
                    <a:pt x="682855" y="831850"/>
                    <a:pt x="682855" y="828040"/>
                  </a:cubicBezTo>
                  <a:cubicBezTo>
                    <a:pt x="682855" y="825500"/>
                    <a:pt x="685395" y="821690"/>
                    <a:pt x="682855" y="819150"/>
                  </a:cubicBezTo>
                  <a:cubicBezTo>
                    <a:pt x="681585" y="816610"/>
                    <a:pt x="666345" y="816610"/>
                    <a:pt x="666345" y="816610"/>
                  </a:cubicBezTo>
                  <a:moveTo>
                    <a:pt x="820015" y="1516380"/>
                  </a:moveTo>
                  <a:cubicBezTo>
                    <a:pt x="830175" y="1595120"/>
                    <a:pt x="844145" y="1615440"/>
                    <a:pt x="847955" y="1614170"/>
                  </a:cubicBezTo>
                  <a:cubicBezTo>
                    <a:pt x="851765" y="1612900"/>
                    <a:pt x="850495" y="1586230"/>
                    <a:pt x="847955" y="1572260"/>
                  </a:cubicBezTo>
                  <a:cubicBezTo>
                    <a:pt x="844145" y="1554480"/>
                    <a:pt x="820015" y="1516380"/>
                    <a:pt x="820015" y="1516380"/>
                  </a:cubicBezTo>
                  <a:moveTo>
                    <a:pt x="944475" y="1769110"/>
                  </a:moveTo>
                  <a:cubicBezTo>
                    <a:pt x="949555" y="1780540"/>
                    <a:pt x="940665" y="1860550"/>
                    <a:pt x="948285" y="1861820"/>
                  </a:cubicBezTo>
                  <a:cubicBezTo>
                    <a:pt x="954635" y="1863090"/>
                    <a:pt x="982575" y="1791970"/>
                    <a:pt x="986385" y="1784350"/>
                  </a:cubicBezTo>
                  <a:cubicBezTo>
                    <a:pt x="986385" y="1783080"/>
                    <a:pt x="987655" y="1783080"/>
                    <a:pt x="987655" y="1783080"/>
                  </a:cubicBezTo>
                  <a:cubicBezTo>
                    <a:pt x="986385" y="1780540"/>
                    <a:pt x="986385" y="1778000"/>
                    <a:pt x="983845" y="1775460"/>
                  </a:cubicBezTo>
                  <a:cubicBezTo>
                    <a:pt x="977495" y="1771650"/>
                    <a:pt x="944475" y="1769110"/>
                    <a:pt x="944475" y="1769110"/>
                  </a:cubicBezTo>
                  <a:moveTo>
                    <a:pt x="1800455" y="1021080"/>
                  </a:moveTo>
                  <a:cubicBezTo>
                    <a:pt x="1808075" y="1021080"/>
                    <a:pt x="1808075" y="1021080"/>
                    <a:pt x="1808075" y="1021080"/>
                  </a:cubicBezTo>
                  <a:cubicBezTo>
                    <a:pt x="1808075" y="1021080"/>
                    <a:pt x="1814425" y="1022350"/>
                    <a:pt x="1818235" y="1023620"/>
                  </a:cubicBezTo>
                  <a:cubicBezTo>
                    <a:pt x="1820775" y="1024890"/>
                    <a:pt x="1824585" y="1027430"/>
                    <a:pt x="1825855" y="1026160"/>
                  </a:cubicBezTo>
                  <a:cubicBezTo>
                    <a:pt x="1829665" y="1022350"/>
                    <a:pt x="1830935" y="986790"/>
                    <a:pt x="1825855" y="985520"/>
                  </a:cubicBezTo>
                  <a:cubicBezTo>
                    <a:pt x="1822045" y="984250"/>
                    <a:pt x="1800455" y="1021080"/>
                    <a:pt x="1800455" y="1021080"/>
                  </a:cubicBezTo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56" id="56"/>
          <p:cNvGrpSpPr/>
          <p:nvPr/>
        </p:nvGrpSpPr>
        <p:grpSpPr>
          <a:xfrm rot="0">
            <a:off x="5401628" y="4742497"/>
            <a:ext cx="188595" cy="189548"/>
            <a:chOff x="0" y="0"/>
            <a:chExt cx="251460" cy="252730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50800" y="50749"/>
              <a:ext cx="148590" cy="151990"/>
            </a:xfrm>
            <a:custGeom>
              <a:avLst/>
              <a:gdLst/>
              <a:ahLst/>
              <a:cxnLst/>
              <a:rect r="r" b="b" t="t" l="l"/>
              <a:pathLst>
                <a:path h="151990" w="148590">
                  <a:moveTo>
                    <a:pt x="148590" y="52121"/>
                  </a:moveTo>
                  <a:cubicBezTo>
                    <a:pt x="129540" y="133401"/>
                    <a:pt x="118110" y="139751"/>
                    <a:pt x="107950" y="144831"/>
                  </a:cubicBezTo>
                  <a:cubicBezTo>
                    <a:pt x="96520" y="149911"/>
                    <a:pt x="85090" y="153721"/>
                    <a:pt x="72390" y="151181"/>
                  </a:cubicBezTo>
                  <a:cubicBezTo>
                    <a:pt x="53340" y="147371"/>
                    <a:pt x="22860" y="128321"/>
                    <a:pt x="11430" y="114351"/>
                  </a:cubicBezTo>
                  <a:cubicBezTo>
                    <a:pt x="2540" y="104191"/>
                    <a:pt x="0" y="92761"/>
                    <a:pt x="0" y="80061"/>
                  </a:cubicBezTo>
                  <a:cubicBezTo>
                    <a:pt x="1270" y="61011"/>
                    <a:pt x="16510" y="27991"/>
                    <a:pt x="29210" y="15291"/>
                  </a:cubicBezTo>
                  <a:cubicBezTo>
                    <a:pt x="39370" y="5131"/>
                    <a:pt x="49530" y="1321"/>
                    <a:pt x="62230" y="51"/>
                  </a:cubicBezTo>
                  <a:cubicBezTo>
                    <a:pt x="81280" y="-1219"/>
                    <a:pt x="130810" y="21641"/>
                    <a:pt x="130810" y="21641"/>
                  </a:cubicBezTo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58" id="58"/>
          <p:cNvGrpSpPr/>
          <p:nvPr/>
        </p:nvGrpSpPr>
        <p:grpSpPr>
          <a:xfrm rot="0">
            <a:off x="5435918" y="4759642"/>
            <a:ext cx="188595" cy="189548"/>
            <a:chOff x="0" y="0"/>
            <a:chExt cx="251460" cy="252730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50562" y="50746"/>
              <a:ext cx="148828" cy="151868"/>
            </a:xfrm>
            <a:custGeom>
              <a:avLst/>
              <a:gdLst/>
              <a:ahLst/>
              <a:cxnLst/>
              <a:rect r="r" b="b" t="t" l="l"/>
              <a:pathLst>
                <a:path h="151868" w="148828">
                  <a:moveTo>
                    <a:pt x="148828" y="52124"/>
                  </a:moveTo>
                  <a:cubicBezTo>
                    <a:pt x="129778" y="133404"/>
                    <a:pt x="118348" y="139754"/>
                    <a:pt x="108188" y="144834"/>
                  </a:cubicBezTo>
                  <a:cubicBezTo>
                    <a:pt x="96758" y="148644"/>
                    <a:pt x="85328" y="153724"/>
                    <a:pt x="71358" y="151184"/>
                  </a:cubicBezTo>
                  <a:cubicBezTo>
                    <a:pt x="53578" y="147374"/>
                    <a:pt x="23098" y="128324"/>
                    <a:pt x="11668" y="114354"/>
                  </a:cubicBezTo>
                  <a:cubicBezTo>
                    <a:pt x="2778" y="104194"/>
                    <a:pt x="-1032" y="92764"/>
                    <a:pt x="238" y="80064"/>
                  </a:cubicBezTo>
                  <a:cubicBezTo>
                    <a:pt x="1508" y="61014"/>
                    <a:pt x="16748" y="27994"/>
                    <a:pt x="29448" y="15294"/>
                  </a:cubicBezTo>
                  <a:cubicBezTo>
                    <a:pt x="38338" y="5134"/>
                    <a:pt x="49768" y="1324"/>
                    <a:pt x="62468" y="54"/>
                  </a:cubicBezTo>
                  <a:cubicBezTo>
                    <a:pt x="81518" y="-1216"/>
                    <a:pt x="129778" y="20374"/>
                    <a:pt x="129778" y="20374"/>
                  </a:cubicBezTo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60" id="60"/>
          <p:cNvGrpSpPr/>
          <p:nvPr/>
        </p:nvGrpSpPr>
        <p:grpSpPr>
          <a:xfrm rot="0">
            <a:off x="5380494" y="4757738"/>
            <a:ext cx="381953" cy="209550"/>
            <a:chOff x="0" y="0"/>
            <a:chExt cx="509270" cy="279400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49574" y="41782"/>
              <a:ext cx="409137" cy="196221"/>
            </a:xfrm>
            <a:custGeom>
              <a:avLst/>
              <a:gdLst/>
              <a:ahLst/>
              <a:cxnLst/>
              <a:rect r="r" b="b" t="t" l="l"/>
              <a:pathLst>
                <a:path h="196221" w="409137">
                  <a:moveTo>
                    <a:pt x="325076" y="133110"/>
                  </a:moveTo>
                  <a:cubicBezTo>
                    <a:pt x="39326" y="158703"/>
                    <a:pt x="25356" y="149106"/>
                    <a:pt x="15196" y="136309"/>
                  </a:cubicBezTo>
                  <a:cubicBezTo>
                    <a:pt x="5036" y="123512"/>
                    <a:pt x="-1314" y="104316"/>
                    <a:pt x="1226" y="89387"/>
                  </a:cubicBezTo>
                  <a:cubicBezTo>
                    <a:pt x="3766" y="74457"/>
                    <a:pt x="16466" y="55262"/>
                    <a:pt x="27896" y="45664"/>
                  </a:cubicBezTo>
                  <a:cubicBezTo>
                    <a:pt x="38056" y="38199"/>
                    <a:pt x="46946" y="31800"/>
                    <a:pt x="62186" y="30734"/>
                  </a:cubicBezTo>
                  <a:cubicBezTo>
                    <a:pt x="88856" y="28601"/>
                    <a:pt x="138386" y="55262"/>
                    <a:pt x="173946" y="58461"/>
                  </a:cubicBezTo>
                  <a:cubicBezTo>
                    <a:pt x="204426" y="61660"/>
                    <a:pt x="259036" y="47797"/>
                    <a:pt x="262846" y="54195"/>
                  </a:cubicBezTo>
                  <a:cubicBezTo>
                    <a:pt x="265386" y="56328"/>
                    <a:pt x="256496" y="62726"/>
                    <a:pt x="257766" y="62726"/>
                  </a:cubicBezTo>
                  <a:cubicBezTo>
                    <a:pt x="259036" y="64859"/>
                    <a:pt x="285706" y="41398"/>
                    <a:pt x="300946" y="37133"/>
                  </a:cubicBezTo>
                  <a:cubicBezTo>
                    <a:pt x="317456" y="32867"/>
                    <a:pt x="339046" y="33933"/>
                    <a:pt x="355556" y="39265"/>
                  </a:cubicBezTo>
                  <a:cubicBezTo>
                    <a:pt x="370796" y="44597"/>
                    <a:pt x="387306" y="55262"/>
                    <a:pt x="396196" y="68058"/>
                  </a:cubicBezTo>
                  <a:cubicBezTo>
                    <a:pt x="405086" y="79789"/>
                    <a:pt x="410166" y="97918"/>
                    <a:pt x="408896" y="111781"/>
                  </a:cubicBezTo>
                  <a:cubicBezTo>
                    <a:pt x="407626" y="125645"/>
                    <a:pt x="398736" y="142707"/>
                    <a:pt x="387306" y="153371"/>
                  </a:cubicBezTo>
                  <a:cubicBezTo>
                    <a:pt x="375876" y="164036"/>
                    <a:pt x="358096" y="173633"/>
                    <a:pt x="340316" y="174700"/>
                  </a:cubicBezTo>
                  <a:cubicBezTo>
                    <a:pt x="318726" y="176833"/>
                    <a:pt x="280626" y="166168"/>
                    <a:pt x="265386" y="154438"/>
                  </a:cubicBezTo>
                  <a:cubicBezTo>
                    <a:pt x="251416" y="144840"/>
                    <a:pt x="242526" y="128844"/>
                    <a:pt x="241256" y="113914"/>
                  </a:cubicBezTo>
                  <a:cubicBezTo>
                    <a:pt x="241256" y="95785"/>
                    <a:pt x="252686" y="64859"/>
                    <a:pt x="269196" y="52062"/>
                  </a:cubicBezTo>
                  <a:cubicBezTo>
                    <a:pt x="286976" y="39265"/>
                    <a:pt x="323806" y="31800"/>
                    <a:pt x="346666" y="37133"/>
                  </a:cubicBezTo>
                  <a:cubicBezTo>
                    <a:pt x="369526" y="41398"/>
                    <a:pt x="397466" y="63793"/>
                    <a:pt x="405086" y="81922"/>
                  </a:cubicBezTo>
                  <a:cubicBezTo>
                    <a:pt x="412706" y="100051"/>
                    <a:pt x="410166" y="129910"/>
                    <a:pt x="392386" y="146973"/>
                  </a:cubicBezTo>
                  <a:cubicBezTo>
                    <a:pt x="368256" y="172567"/>
                    <a:pt x="281896" y="188563"/>
                    <a:pt x="239986" y="193895"/>
                  </a:cubicBezTo>
                  <a:cubicBezTo>
                    <a:pt x="210776" y="198161"/>
                    <a:pt x="190456" y="196028"/>
                    <a:pt x="162516" y="191762"/>
                  </a:cubicBezTo>
                  <a:cubicBezTo>
                    <a:pt x="126956" y="186430"/>
                    <a:pt x="72346" y="172567"/>
                    <a:pt x="44406" y="157637"/>
                  </a:cubicBezTo>
                  <a:cubicBezTo>
                    <a:pt x="26626" y="148039"/>
                    <a:pt x="12656" y="134176"/>
                    <a:pt x="6306" y="121379"/>
                  </a:cubicBezTo>
                  <a:cubicBezTo>
                    <a:pt x="-44" y="110715"/>
                    <a:pt x="-1314" y="100051"/>
                    <a:pt x="1226" y="89387"/>
                  </a:cubicBezTo>
                  <a:cubicBezTo>
                    <a:pt x="3766" y="75523"/>
                    <a:pt x="16466" y="56328"/>
                    <a:pt x="27896" y="45664"/>
                  </a:cubicBezTo>
                  <a:cubicBezTo>
                    <a:pt x="38056" y="37132"/>
                    <a:pt x="46946" y="33933"/>
                    <a:pt x="65996" y="28601"/>
                  </a:cubicBezTo>
                  <a:cubicBezTo>
                    <a:pt x="112986" y="15804"/>
                    <a:pt x="271736" y="-4458"/>
                    <a:pt x="325076" y="874"/>
                  </a:cubicBezTo>
                  <a:cubicBezTo>
                    <a:pt x="349206" y="4074"/>
                    <a:pt x="364446" y="7273"/>
                    <a:pt x="377146" y="17937"/>
                  </a:cubicBezTo>
                  <a:cubicBezTo>
                    <a:pt x="391116" y="29668"/>
                    <a:pt x="403816" y="57394"/>
                    <a:pt x="402546" y="74457"/>
                  </a:cubicBezTo>
                  <a:cubicBezTo>
                    <a:pt x="401276" y="90453"/>
                    <a:pt x="389846" y="106449"/>
                    <a:pt x="377146" y="116047"/>
                  </a:cubicBezTo>
                  <a:cubicBezTo>
                    <a:pt x="364446" y="125645"/>
                    <a:pt x="325076" y="133110"/>
                    <a:pt x="325076" y="133110"/>
                  </a:cubicBezTo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62" id="62"/>
          <p:cNvGrpSpPr/>
          <p:nvPr/>
        </p:nvGrpSpPr>
        <p:grpSpPr>
          <a:xfrm rot="0">
            <a:off x="7514272" y="4773930"/>
            <a:ext cx="410528" cy="179070"/>
            <a:chOff x="0" y="0"/>
            <a:chExt cx="547370" cy="238760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49574" y="29606"/>
              <a:ext cx="448675" cy="172986"/>
            </a:xfrm>
            <a:custGeom>
              <a:avLst/>
              <a:gdLst/>
              <a:ahLst/>
              <a:cxnLst/>
              <a:rect r="r" b="b" t="t" l="l"/>
              <a:pathLst>
                <a:path h="172986" w="448675">
                  <a:moveTo>
                    <a:pt x="355556" y="126066"/>
                  </a:moveTo>
                  <a:cubicBezTo>
                    <a:pt x="176486" y="169042"/>
                    <a:pt x="125686" y="172862"/>
                    <a:pt x="97746" y="162357"/>
                  </a:cubicBezTo>
                  <a:cubicBezTo>
                    <a:pt x="76156" y="153762"/>
                    <a:pt x="57106" y="133706"/>
                    <a:pt x="53296" y="116515"/>
                  </a:cubicBezTo>
                  <a:cubicBezTo>
                    <a:pt x="49486" y="100279"/>
                    <a:pt x="62186" y="75448"/>
                    <a:pt x="77426" y="63033"/>
                  </a:cubicBezTo>
                  <a:cubicBezTo>
                    <a:pt x="90126" y="53482"/>
                    <a:pt x="106636" y="50617"/>
                    <a:pt x="129496" y="46797"/>
                  </a:cubicBezTo>
                  <a:cubicBezTo>
                    <a:pt x="170136" y="40112"/>
                    <a:pt x="273006" y="27696"/>
                    <a:pt x="303486" y="44887"/>
                  </a:cubicBezTo>
                  <a:cubicBezTo>
                    <a:pt x="325076" y="58258"/>
                    <a:pt x="333966" y="95504"/>
                    <a:pt x="323806" y="110785"/>
                  </a:cubicBezTo>
                  <a:cubicBezTo>
                    <a:pt x="313646" y="126066"/>
                    <a:pt x="278086" y="132751"/>
                    <a:pt x="246336" y="137526"/>
                  </a:cubicBezTo>
                  <a:cubicBezTo>
                    <a:pt x="199346" y="145166"/>
                    <a:pt x="102826" y="143256"/>
                    <a:pt x="65996" y="136571"/>
                  </a:cubicBezTo>
                  <a:cubicBezTo>
                    <a:pt x="48216" y="133706"/>
                    <a:pt x="39326" y="129886"/>
                    <a:pt x="29166" y="122245"/>
                  </a:cubicBezTo>
                  <a:cubicBezTo>
                    <a:pt x="17736" y="112695"/>
                    <a:pt x="3766" y="94549"/>
                    <a:pt x="1226" y="81179"/>
                  </a:cubicBezTo>
                  <a:cubicBezTo>
                    <a:pt x="-1314" y="70673"/>
                    <a:pt x="-44" y="60168"/>
                    <a:pt x="6306" y="50617"/>
                  </a:cubicBezTo>
                  <a:cubicBezTo>
                    <a:pt x="13926" y="38202"/>
                    <a:pt x="26626" y="22921"/>
                    <a:pt x="46946" y="16236"/>
                  </a:cubicBezTo>
                  <a:cubicBezTo>
                    <a:pt x="73616" y="5730"/>
                    <a:pt x="128226" y="2865"/>
                    <a:pt x="161246" y="8596"/>
                  </a:cubicBezTo>
                  <a:cubicBezTo>
                    <a:pt x="189186" y="12416"/>
                    <a:pt x="218396" y="23876"/>
                    <a:pt x="232366" y="37247"/>
                  </a:cubicBezTo>
                  <a:cubicBezTo>
                    <a:pt x="245066" y="47752"/>
                    <a:pt x="248876" y="63988"/>
                    <a:pt x="247606" y="77358"/>
                  </a:cubicBezTo>
                  <a:cubicBezTo>
                    <a:pt x="246336" y="89774"/>
                    <a:pt x="238716" y="106010"/>
                    <a:pt x="227286" y="115560"/>
                  </a:cubicBezTo>
                  <a:cubicBezTo>
                    <a:pt x="215856" y="126066"/>
                    <a:pt x="196806" y="134661"/>
                    <a:pt x="180296" y="137526"/>
                  </a:cubicBezTo>
                  <a:cubicBezTo>
                    <a:pt x="162516" y="140391"/>
                    <a:pt x="140926" y="139436"/>
                    <a:pt x="124416" y="132751"/>
                  </a:cubicBezTo>
                  <a:cubicBezTo>
                    <a:pt x="105366" y="124155"/>
                    <a:pt x="81236" y="100279"/>
                    <a:pt x="74886" y="84044"/>
                  </a:cubicBezTo>
                  <a:cubicBezTo>
                    <a:pt x="71076" y="70673"/>
                    <a:pt x="76156" y="54438"/>
                    <a:pt x="85046" y="42977"/>
                  </a:cubicBezTo>
                  <a:cubicBezTo>
                    <a:pt x="92666" y="31517"/>
                    <a:pt x="106636" y="19101"/>
                    <a:pt x="124416" y="14326"/>
                  </a:cubicBezTo>
                  <a:cubicBezTo>
                    <a:pt x="146006" y="8596"/>
                    <a:pt x="185376" y="8596"/>
                    <a:pt x="205696" y="17191"/>
                  </a:cubicBezTo>
                  <a:cubicBezTo>
                    <a:pt x="226016" y="26741"/>
                    <a:pt x="245066" y="53482"/>
                    <a:pt x="247606" y="69718"/>
                  </a:cubicBezTo>
                  <a:cubicBezTo>
                    <a:pt x="250146" y="84044"/>
                    <a:pt x="242526" y="99324"/>
                    <a:pt x="232366" y="109830"/>
                  </a:cubicBezTo>
                  <a:cubicBezTo>
                    <a:pt x="223476" y="121290"/>
                    <a:pt x="208236" y="129886"/>
                    <a:pt x="189186" y="135616"/>
                  </a:cubicBezTo>
                  <a:cubicBezTo>
                    <a:pt x="158706" y="143256"/>
                    <a:pt x="97746" y="143256"/>
                    <a:pt x="65996" y="136571"/>
                  </a:cubicBezTo>
                  <a:cubicBezTo>
                    <a:pt x="44406" y="131796"/>
                    <a:pt x="26626" y="121290"/>
                    <a:pt x="15196" y="110785"/>
                  </a:cubicBezTo>
                  <a:cubicBezTo>
                    <a:pt x="6306" y="102190"/>
                    <a:pt x="2496" y="91684"/>
                    <a:pt x="1226" y="81179"/>
                  </a:cubicBezTo>
                  <a:cubicBezTo>
                    <a:pt x="-44" y="67808"/>
                    <a:pt x="5036" y="48707"/>
                    <a:pt x="15196" y="36292"/>
                  </a:cubicBezTo>
                  <a:cubicBezTo>
                    <a:pt x="26626" y="24831"/>
                    <a:pt x="40596" y="16236"/>
                    <a:pt x="65996" y="10506"/>
                  </a:cubicBezTo>
                  <a:cubicBezTo>
                    <a:pt x="123146" y="-2865"/>
                    <a:pt x="306026" y="-4775"/>
                    <a:pt x="372066" y="12416"/>
                  </a:cubicBezTo>
                  <a:cubicBezTo>
                    <a:pt x="407626" y="22921"/>
                    <a:pt x="438106" y="36292"/>
                    <a:pt x="446996" y="57303"/>
                  </a:cubicBezTo>
                  <a:cubicBezTo>
                    <a:pt x="455886" y="82134"/>
                    <a:pt x="427946" y="142301"/>
                    <a:pt x="398736" y="160447"/>
                  </a:cubicBezTo>
                  <a:cubicBezTo>
                    <a:pt x="375876" y="174773"/>
                    <a:pt x="341586" y="169042"/>
                    <a:pt x="303486" y="169997"/>
                  </a:cubicBezTo>
                  <a:cubicBezTo>
                    <a:pt x="247606" y="171907"/>
                    <a:pt x="139656" y="178593"/>
                    <a:pt x="97746" y="162357"/>
                  </a:cubicBezTo>
                  <a:cubicBezTo>
                    <a:pt x="72346" y="151852"/>
                    <a:pt x="57106" y="133706"/>
                    <a:pt x="53296" y="116515"/>
                  </a:cubicBezTo>
                  <a:cubicBezTo>
                    <a:pt x="49486" y="100279"/>
                    <a:pt x="64726" y="74493"/>
                    <a:pt x="77426" y="63033"/>
                  </a:cubicBezTo>
                  <a:cubicBezTo>
                    <a:pt x="86316" y="55393"/>
                    <a:pt x="95206" y="52527"/>
                    <a:pt x="110446" y="48707"/>
                  </a:cubicBezTo>
                  <a:cubicBezTo>
                    <a:pt x="138386" y="42977"/>
                    <a:pt x="198076" y="46797"/>
                    <a:pt x="232366" y="40112"/>
                  </a:cubicBezTo>
                  <a:cubicBezTo>
                    <a:pt x="260306" y="34382"/>
                    <a:pt x="280626" y="18146"/>
                    <a:pt x="303486" y="16236"/>
                  </a:cubicBezTo>
                  <a:cubicBezTo>
                    <a:pt x="321266" y="14326"/>
                    <a:pt x="342856" y="15281"/>
                    <a:pt x="358096" y="21966"/>
                  </a:cubicBezTo>
                  <a:cubicBezTo>
                    <a:pt x="373336" y="27696"/>
                    <a:pt x="388576" y="41067"/>
                    <a:pt x="393656" y="53482"/>
                  </a:cubicBezTo>
                  <a:cubicBezTo>
                    <a:pt x="400006" y="65898"/>
                    <a:pt x="398736" y="83089"/>
                    <a:pt x="392386" y="95504"/>
                  </a:cubicBezTo>
                  <a:cubicBezTo>
                    <a:pt x="386036" y="107920"/>
                    <a:pt x="355556" y="126066"/>
                    <a:pt x="355556" y="126066"/>
                  </a:cubicBezTo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64" id="64"/>
          <p:cNvGrpSpPr/>
          <p:nvPr/>
        </p:nvGrpSpPr>
        <p:grpSpPr>
          <a:xfrm rot="0">
            <a:off x="6730365" y="2716530"/>
            <a:ext cx="712470" cy="989648"/>
            <a:chOff x="0" y="0"/>
            <a:chExt cx="949960" cy="1319530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50800" y="50736"/>
              <a:ext cx="848360" cy="1239616"/>
            </a:xfrm>
            <a:custGeom>
              <a:avLst/>
              <a:gdLst/>
              <a:ahLst/>
              <a:cxnLst/>
              <a:rect r="r" b="b" t="t" l="l"/>
              <a:pathLst>
                <a:path h="1239616" w="848360">
                  <a:moveTo>
                    <a:pt x="0" y="872554"/>
                  </a:moveTo>
                  <a:cubicBezTo>
                    <a:pt x="153670" y="519494"/>
                    <a:pt x="198120" y="440754"/>
                    <a:pt x="245110" y="360744"/>
                  </a:cubicBezTo>
                  <a:cubicBezTo>
                    <a:pt x="292100" y="279464"/>
                    <a:pt x="350520" y="184214"/>
                    <a:pt x="394970" y="118174"/>
                  </a:cubicBezTo>
                  <a:cubicBezTo>
                    <a:pt x="427990" y="71184"/>
                    <a:pt x="454660" y="5144"/>
                    <a:pt x="486410" y="64"/>
                  </a:cubicBezTo>
                  <a:cubicBezTo>
                    <a:pt x="515620" y="-2476"/>
                    <a:pt x="548640" y="71184"/>
                    <a:pt x="577850" y="71184"/>
                  </a:cubicBezTo>
                  <a:cubicBezTo>
                    <a:pt x="607060" y="72454"/>
                    <a:pt x="631190" y="8954"/>
                    <a:pt x="662940" y="11494"/>
                  </a:cubicBezTo>
                  <a:cubicBezTo>
                    <a:pt x="712470" y="15304"/>
                    <a:pt x="814070" y="125794"/>
                    <a:pt x="836930" y="177864"/>
                  </a:cubicBezTo>
                  <a:cubicBezTo>
                    <a:pt x="850900" y="210884"/>
                    <a:pt x="829310" y="257874"/>
                    <a:pt x="835660" y="271844"/>
                  </a:cubicBezTo>
                  <a:cubicBezTo>
                    <a:pt x="838200" y="278194"/>
                    <a:pt x="847090" y="278194"/>
                    <a:pt x="848360" y="280734"/>
                  </a:cubicBezTo>
                  <a:cubicBezTo>
                    <a:pt x="848360" y="285814"/>
                    <a:pt x="839470" y="288354"/>
                    <a:pt x="835660" y="297244"/>
                  </a:cubicBezTo>
                  <a:cubicBezTo>
                    <a:pt x="825500" y="325184"/>
                    <a:pt x="850900" y="429324"/>
                    <a:pt x="835660" y="499174"/>
                  </a:cubicBezTo>
                  <a:cubicBezTo>
                    <a:pt x="816610" y="585534"/>
                    <a:pt x="759460" y="680784"/>
                    <a:pt x="713740" y="770954"/>
                  </a:cubicBezTo>
                  <a:cubicBezTo>
                    <a:pt x="666750" y="864934"/>
                    <a:pt x="619760" y="975424"/>
                    <a:pt x="556260" y="1052894"/>
                  </a:cubicBezTo>
                  <a:cubicBezTo>
                    <a:pt x="501650" y="1121474"/>
                    <a:pt x="441960" y="1192594"/>
                    <a:pt x="367030" y="1217994"/>
                  </a:cubicBezTo>
                  <a:cubicBezTo>
                    <a:pt x="289560" y="1244664"/>
                    <a:pt x="156210" y="1253554"/>
                    <a:pt x="93980" y="1204024"/>
                  </a:cubicBezTo>
                  <a:cubicBezTo>
                    <a:pt x="25400" y="1149414"/>
                    <a:pt x="0" y="872554"/>
                    <a:pt x="0" y="872554"/>
                  </a:cubicBezTo>
                </a:path>
              </a:pathLst>
            </a:custGeom>
            <a:solidFill>
              <a:srgbClr val="FFF234">
                <a:alpha val="24706"/>
              </a:srgbClr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66" id="66"/>
          <p:cNvGrpSpPr/>
          <p:nvPr/>
        </p:nvGrpSpPr>
        <p:grpSpPr>
          <a:xfrm rot="0">
            <a:off x="5904547" y="2376488"/>
            <a:ext cx="1913573" cy="1748790"/>
            <a:chOff x="0" y="0"/>
            <a:chExt cx="2551430" cy="2331720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50800" y="49702"/>
              <a:ext cx="2450330" cy="2231077"/>
            </a:xfrm>
            <a:custGeom>
              <a:avLst/>
              <a:gdLst/>
              <a:ahLst/>
              <a:cxnLst/>
              <a:rect r="r" b="b" t="t" l="l"/>
              <a:pathLst>
                <a:path h="2231077" w="2450330">
                  <a:moveTo>
                    <a:pt x="0" y="1414608"/>
                  </a:moveTo>
                  <a:cubicBezTo>
                    <a:pt x="0" y="1414608"/>
                    <a:pt x="1270" y="1406988"/>
                    <a:pt x="1270" y="1404448"/>
                  </a:cubicBezTo>
                  <a:cubicBezTo>
                    <a:pt x="2540" y="1400638"/>
                    <a:pt x="3810" y="1393018"/>
                    <a:pt x="3810" y="1393018"/>
                  </a:cubicBezTo>
                  <a:cubicBezTo>
                    <a:pt x="3810" y="1393018"/>
                    <a:pt x="16510" y="1367618"/>
                    <a:pt x="20320" y="1351108"/>
                  </a:cubicBezTo>
                  <a:cubicBezTo>
                    <a:pt x="25400" y="1326978"/>
                    <a:pt x="20320" y="1290148"/>
                    <a:pt x="20320" y="1259668"/>
                  </a:cubicBezTo>
                  <a:cubicBezTo>
                    <a:pt x="20320" y="1230458"/>
                    <a:pt x="19050" y="1198708"/>
                    <a:pt x="20320" y="1169498"/>
                  </a:cubicBezTo>
                  <a:cubicBezTo>
                    <a:pt x="21590" y="1142828"/>
                    <a:pt x="26670" y="1093298"/>
                    <a:pt x="26670" y="1092028"/>
                  </a:cubicBezTo>
                  <a:cubicBezTo>
                    <a:pt x="26670" y="1092028"/>
                    <a:pt x="25400" y="1085678"/>
                    <a:pt x="24130" y="1081868"/>
                  </a:cubicBezTo>
                  <a:cubicBezTo>
                    <a:pt x="24130" y="1078058"/>
                    <a:pt x="22860" y="1071708"/>
                    <a:pt x="22860" y="1071708"/>
                  </a:cubicBezTo>
                  <a:cubicBezTo>
                    <a:pt x="22860" y="1071708"/>
                    <a:pt x="22860" y="1064088"/>
                    <a:pt x="22860" y="1060278"/>
                  </a:cubicBezTo>
                  <a:cubicBezTo>
                    <a:pt x="22860" y="1056468"/>
                    <a:pt x="22860" y="1050118"/>
                    <a:pt x="22860" y="1050118"/>
                  </a:cubicBezTo>
                  <a:cubicBezTo>
                    <a:pt x="22860" y="1048848"/>
                    <a:pt x="25400" y="1042498"/>
                    <a:pt x="26670" y="1038688"/>
                  </a:cubicBezTo>
                  <a:cubicBezTo>
                    <a:pt x="27940" y="1036148"/>
                    <a:pt x="29210" y="1028528"/>
                    <a:pt x="29210" y="1028528"/>
                  </a:cubicBezTo>
                  <a:cubicBezTo>
                    <a:pt x="29210" y="1028528"/>
                    <a:pt x="33020" y="1022178"/>
                    <a:pt x="35560" y="1019638"/>
                  </a:cubicBezTo>
                  <a:cubicBezTo>
                    <a:pt x="36830" y="1015828"/>
                    <a:pt x="40640" y="1010748"/>
                    <a:pt x="40640" y="1010748"/>
                  </a:cubicBezTo>
                  <a:cubicBezTo>
                    <a:pt x="40640" y="1010748"/>
                    <a:pt x="45720" y="1005668"/>
                    <a:pt x="48260" y="1003128"/>
                  </a:cubicBezTo>
                  <a:cubicBezTo>
                    <a:pt x="50800" y="999318"/>
                    <a:pt x="55880" y="995508"/>
                    <a:pt x="55880" y="994238"/>
                  </a:cubicBezTo>
                  <a:cubicBezTo>
                    <a:pt x="55880" y="994238"/>
                    <a:pt x="62230" y="990428"/>
                    <a:pt x="64770" y="989158"/>
                  </a:cubicBezTo>
                  <a:cubicBezTo>
                    <a:pt x="68580" y="986618"/>
                    <a:pt x="73660" y="984078"/>
                    <a:pt x="73660" y="982808"/>
                  </a:cubicBezTo>
                  <a:cubicBezTo>
                    <a:pt x="73660" y="982808"/>
                    <a:pt x="82550" y="980268"/>
                    <a:pt x="83820" y="980268"/>
                  </a:cubicBezTo>
                  <a:cubicBezTo>
                    <a:pt x="85090" y="980268"/>
                    <a:pt x="85090" y="980268"/>
                    <a:pt x="86360" y="978998"/>
                  </a:cubicBezTo>
                  <a:cubicBezTo>
                    <a:pt x="87630" y="976458"/>
                    <a:pt x="85090" y="961218"/>
                    <a:pt x="83820" y="947248"/>
                  </a:cubicBezTo>
                  <a:cubicBezTo>
                    <a:pt x="80010" y="924388"/>
                    <a:pt x="71120" y="883748"/>
                    <a:pt x="69850" y="851998"/>
                  </a:cubicBezTo>
                  <a:cubicBezTo>
                    <a:pt x="67310" y="820248"/>
                    <a:pt x="74930" y="787228"/>
                    <a:pt x="72390" y="756748"/>
                  </a:cubicBezTo>
                  <a:cubicBezTo>
                    <a:pt x="68580" y="727538"/>
                    <a:pt x="53340" y="699598"/>
                    <a:pt x="48260" y="670388"/>
                  </a:cubicBezTo>
                  <a:cubicBezTo>
                    <a:pt x="43180" y="641178"/>
                    <a:pt x="43180" y="613238"/>
                    <a:pt x="40640" y="582758"/>
                  </a:cubicBezTo>
                  <a:cubicBezTo>
                    <a:pt x="36830" y="552278"/>
                    <a:pt x="29210" y="519258"/>
                    <a:pt x="27940" y="487508"/>
                  </a:cubicBezTo>
                  <a:cubicBezTo>
                    <a:pt x="25400" y="457028"/>
                    <a:pt x="27940" y="427818"/>
                    <a:pt x="29210" y="397338"/>
                  </a:cubicBezTo>
                  <a:cubicBezTo>
                    <a:pt x="29210" y="365588"/>
                    <a:pt x="29210" y="335108"/>
                    <a:pt x="30480" y="303358"/>
                  </a:cubicBezTo>
                  <a:cubicBezTo>
                    <a:pt x="30480" y="271608"/>
                    <a:pt x="31750" y="236048"/>
                    <a:pt x="31750" y="206838"/>
                  </a:cubicBezTo>
                  <a:cubicBezTo>
                    <a:pt x="31750" y="182708"/>
                    <a:pt x="30480" y="156038"/>
                    <a:pt x="31750" y="140798"/>
                  </a:cubicBezTo>
                  <a:cubicBezTo>
                    <a:pt x="31750" y="133178"/>
                    <a:pt x="33020" y="128098"/>
                    <a:pt x="34290" y="121748"/>
                  </a:cubicBezTo>
                  <a:cubicBezTo>
                    <a:pt x="35560" y="116668"/>
                    <a:pt x="38100" y="110318"/>
                    <a:pt x="40640" y="103968"/>
                  </a:cubicBezTo>
                  <a:cubicBezTo>
                    <a:pt x="43180" y="98888"/>
                    <a:pt x="46990" y="93808"/>
                    <a:pt x="50800" y="88728"/>
                  </a:cubicBezTo>
                  <a:cubicBezTo>
                    <a:pt x="55880" y="84918"/>
                    <a:pt x="60960" y="79838"/>
                    <a:pt x="66040" y="76028"/>
                  </a:cubicBezTo>
                  <a:cubicBezTo>
                    <a:pt x="71120" y="73488"/>
                    <a:pt x="76200" y="69678"/>
                    <a:pt x="82550" y="67138"/>
                  </a:cubicBezTo>
                  <a:cubicBezTo>
                    <a:pt x="87630" y="65868"/>
                    <a:pt x="93980" y="63328"/>
                    <a:pt x="100330" y="63328"/>
                  </a:cubicBezTo>
                  <a:cubicBezTo>
                    <a:pt x="106680" y="62058"/>
                    <a:pt x="113030" y="62058"/>
                    <a:pt x="119380" y="63328"/>
                  </a:cubicBezTo>
                  <a:cubicBezTo>
                    <a:pt x="125730" y="63328"/>
                    <a:pt x="132080" y="65868"/>
                    <a:pt x="138430" y="67138"/>
                  </a:cubicBezTo>
                  <a:cubicBezTo>
                    <a:pt x="143510" y="69678"/>
                    <a:pt x="151130" y="73488"/>
                    <a:pt x="154940" y="76028"/>
                  </a:cubicBezTo>
                  <a:cubicBezTo>
                    <a:pt x="157480" y="78568"/>
                    <a:pt x="158750" y="81108"/>
                    <a:pt x="160020" y="81108"/>
                  </a:cubicBezTo>
                  <a:cubicBezTo>
                    <a:pt x="161290" y="81108"/>
                    <a:pt x="161290" y="81108"/>
                    <a:pt x="161290" y="81108"/>
                  </a:cubicBezTo>
                  <a:cubicBezTo>
                    <a:pt x="162560" y="79838"/>
                    <a:pt x="170180" y="76028"/>
                    <a:pt x="170180" y="76028"/>
                  </a:cubicBezTo>
                  <a:cubicBezTo>
                    <a:pt x="170180" y="76028"/>
                    <a:pt x="177800" y="73488"/>
                    <a:pt x="180340" y="72218"/>
                  </a:cubicBezTo>
                  <a:cubicBezTo>
                    <a:pt x="184150" y="70948"/>
                    <a:pt x="190500" y="69678"/>
                    <a:pt x="191770" y="69678"/>
                  </a:cubicBezTo>
                  <a:cubicBezTo>
                    <a:pt x="191770" y="69678"/>
                    <a:pt x="198120" y="69678"/>
                    <a:pt x="201930" y="69678"/>
                  </a:cubicBezTo>
                  <a:cubicBezTo>
                    <a:pt x="205740" y="68408"/>
                    <a:pt x="212090" y="68408"/>
                    <a:pt x="212090" y="68408"/>
                  </a:cubicBezTo>
                  <a:cubicBezTo>
                    <a:pt x="213360" y="68408"/>
                    <a:pt x="219710" y="69678"/>
                    <a:pt x="223520" y="70948"/>
                  </a:cubicBezTo>
                  <a:cubicBezTo>
                    <a:pt x="226060" y="70948"/>
                    <a:pt x="233680" y="72218"/>
                    <a:pt x="233680" y="72218"/>
                  </a:cubicBezTo>
                  <a:cubicBezTo>
                    <a:pt x="233680" y="72218"/>
                    <a:pt x="240030" y="76028"/>
                    <a:pt x="243840" y="77298"/>
                  </a:cubicBezTo>
                  <a:cubicBezTo>
                    <a:pt x="246380" y="78568"/>
                    <a:pt x="252730" y="82378"/>
                    <a:pt x="252730" y="82378"/>
                  </a:cubicBezTo>
                  <a:cubicBezTo>
                    <a:pt x="252730" y="82378"/>
                    <a:pt x="274320" y="116668"/>
                    <a:pt x="279400" y="115398"/>
                  </a:cubicBezTo>
                  <a:cubicBezTo>
                    <a:pt x="281940" y="114128"/>
                    <a:pt x="279400" y="102698"/>
                    <a:pt x="284480" y="95078"/>
                  </a:cubicBezTo>
                  <a:cubicBezTo>
                    <a:pt x="293370" y="76028"/>
                    <a:pt x="327660" y="31578"/>
                    <a:pt x="354330" y="16338"/>
                  </a:cubicBezTo>
                  <a:cubicBezTo>
                    <a:pt x="377190" y="3638"/>
                    <a:pt x="407670" y="-2712"/>
                    <a:pt x="433070" y="1098"/>
                  </a:cubicBezTo>
                  <a:cubicBezTo>
                    <a:pt x="459740" y="4908"/>
                    <a:pt x="490220" y="18878"/>
                    <a:pt x="509270" y="40468"/>
                  </a:cubicBezTo>
                  <a:cubicBezTo>
                    <a:pt x="533400" y="68408"/>
                    <a:pt x="542290" y="129368"/>
                    <a:pt x="553720" y="167468"/>
                  </a:cubicBezTo>
                  <a:cubicBezTo>
                    <a:pt x="561340" y="197948"/>
                    <a:pt x="561340" y="228428"/>
                    <a:pt x="568960" y="250018"/>
                  </a:cubicBezTo>
                  <a:cubicBezTo>
                    <a:pt x="575310" y="266528"/>
                    <a:pt x="588010" y="288118"/>
                    <a:pt x="593090" y="289388"/>
                  </a:cubicBezTo>
                  <a:cubicBezTo>
                    <a:pt x="594360" y="289388"/>
                    <a:pt x="595630" y="288118"/>
                    <a:pt x="595630" y="288118"/>
                  </a:cubicBezTo>
                  <a:cubicBezTo>
                    <a:pt x="595630" y="288118"/>
                    <a:pt x="603250" y="285578"/>
                    <a:pt x="605790" y="285578"/>
                  </a:cubicBezTo>
                  <a:cubicBezTo>
                    <a:pt x="609600" y="284308"/>
                    <a:pt x="615950" y="283038"/>
                    <a:pt x="617220" y="283038"/>
                  </a:cubicBezTo>
                  <a:cubicBezTo>
                    <a:pt x="617220" y="283038"/>
                    <a:pt x="623570" y="283038"/>
                    <a:pt x="627380" y="283038"/>
                  </a:cubicBezTo>
                  <a:cubicBezTo>
                    <a:pt x="631190" y="283038"/>
                    <a:pt x="637540" y="284308"/>
                    <a:pt x="637540" y="284308"/>
                  </a:cubicBezTo>
                  <a:cubicBezTo>
                    <a:pt x="637540" y="284308"/>
                    <a:pt x="643890" y="285578"/>
                    <a:pt x="647700" y="286848"/>
                  </a:cubicBezTo>
                  <a:cubicBezTo>
                    <a:pt x="651510" y="288118"/>
                    <a:pt x="657860" y="289388"/>
                    <a:pt x="657860" y="289388"/>
                  </a:cubicBezTo>
                  <a:cubicBezTo>
                    <a:pt x="659130" y="289388"/>
                    <a:pt x="721360" y="279228"/>
                    <a:pt x="751840" y="280498"/>
                  </a:cubicBezTo>
                  <a:cubicBezTo>
                    <a:pt x="782320" y="281768"/>
                    <a:pt x="811530" y="291928"/>
                    <a:pt x="840740" y="298278"/>
                  </a:cubicBezTo>
                  <a:cubicBezTo>
                    <a:pt x="871220" y="305898"/>
                    <a:pt x="902970" y="318598"/>
                    <a:pt x="932180" y="322408"/>
                  </a:cubicBezTo>
                  <a:cubicBezTo>
                    <a:pt x="960120" y="326218"/>
                    <a:pt x="991870" y="331298"/>
                    <a:pt x="1010920" y="324948"/>
                  </a:cubicBezTo>
                  <a:cubicBezTo>
                    <a:pt x="1023620" y="321138"/>
                    <a:pt x="1028700" y="310978"/>
                    <a:pt x="1041400" y="303358"/>
                  </a:cubicBezTo>
                  <a:cubicBezTo>
                    <a:pt x="1061720" y="291928"/>
                    <a:pt x="1092200" y="270338"/>
                    <a:pt x="1120140" y="265258"/>
                  </a:cubicBezTo>
                  <a:cubicBezTo>
                    <a:pt x="1146810" y="261448"/>
                    <a:pt x="1178560" y="263988"/>
                    <a:pt x="1203960" y="274148"/>
                  </a:cubicBezTo>
                  <a:cubicBezTo>
                    <a:pt x="1230630" y="285578"/>
                    <a:pt x="1268730" y="336378"/>
                    <a:pt x="1277620" y="331298"/>
                  </a:cubicBezTo>
                  <a:cubicBezTo>
                    <a:pt x="1283970" y="327488"/>
                    <a:pt x="1271270" y="300818"/>
                    <a:pt x="1270000" y="281768"/>
                  </a:cubicBezTo>
                  <a:cubicBezTo>
                    <a:pt x="1268730" y="258908"/>
                    <a:pt x="1268730" y="229698"/>
                    <a:pt x="1271270" y="203028"/>
                  </a:cubicBezTo>
                  <a:cubicBezTo>
                    <a:pt x="1273810" y="173818"/>
                    <a:pt x="1270000" y="140798"/>
                    <a:pt x="1283970" y="115398"/>
                  </a:cubicBezTo>
                  <a:cubicBezTo>
                    <a:pt x="1299210" y="86188"/>
                    <a:pt x="1336040" y="58248"/>
                    <a:pt x="1370330" y="43008"/>
                  </a:cubicBezTo>
                  <a:cubicBezTo>
                    <a:pt x="1404620" y="29038"/>
                    <a:pt x="1454150" y="30308"/>
                    <a:pt x="1490980" y="29038"/>
                  </a:cubicBezTo>
                  <a:cubicBezTo>
                    <a:pt x="1521460" y="27768"/>
                    <a:pt x="1546860" y="23958"/>
                    <a:pt x="1573530" y="34118"/>
                  </a:cubicBezTo>
                  <a:cubicBezTo>
                    <a:pt x="1604010" y="44278"/>
                    <a:pt x="1638300" y="88728"/>
                    <a:pt x="1662430" y="96348"/>
                  </a:cubicBezTo>
                  <a:cubicBezTo>
                    <a:pt x="1675130" y="101428"/>
                    <a:pt x="1681480" y="96348"/>
                    <a:pt x="1695450" y="96348"/>
                  </a:cubicBezTo>
                  <a:cubicBezTo>
                    <a:pt x="1715770" y="97618"/>
                    <a:pt x="1747520" y="95078"/>
                    <a:pt x="1774190" y="100158"/>
                  </a:cubicBezTo>
                  <a:cubicBezTo>
                    <a:pt x="1803400" y="105238"/>
                    <a:pt x="1840230" y="114128"/>
                    <a:pt x="1863090" y="131908"/>
                  </a:cubicBezTo>
                  <a:cubicBezTo>
                    <a:pt x="1884680" y="147148"/>
                    <a:pt x="1902460" y="171278"/>
                    <a:pt x="1910080" y="195408"/>
                  </a:cubicBezTo>
                  <a:cubicBezTo>
                    <a:pt x="1920240" y="223348"/>
                    <a:pt x="1899920" y="269068"/>
                    <a:pt x="1912620" y="291928"/>
                  </a:cubicBezTo>
                  <a:cubicBezTo>
                    <a:pt x="1922780" y="312248"/>
                    <a:pt x="1957070" y="332568"/>
                    <a:pt x="1968500" y="332568"/>
                  </a:cubicBezTo>
                  <a:cubicBezTo>
                    <a:pt x="1974850" y="332568"/>
                    <a:pt x="1976120" y="327488"/>
                    <a:pt x="1982470" y="323678"/>
                  </a:cubicBezTo>
                  <a:cubicBezTo>
                    <a:pt x="1996440" y="314788"/>
                    <a:pt x="2033270" y="293198"/>
                    <a:pt x="2048510" y="284308"/>
                  </a:cubicBezTo>
                  <a:cubicBezTo>
                    <a:pt x="2058670" y="279228"/>
                    <a:pt x="2067560" y="276688"/>
                    <a:pt x="2071370" y="272878"/>
                  </a:cubicBezTo>
                  <a:cubicBezTo>
                    <a:pt x="2072640" y="270338"/>
                    <a:pt x="2072640" y="269068"/>
                    <a:pt x="2073910" y="265258"/>
                  </a:cubicBezTo>
                  <a:cubicBezTo>
                    <a:pt x="2075180" y="258908"/>
                    <a:pt x="2072640" y="243668"/>
                    <a:pt x="2077720" y="229698"/>
                  </a:cubicBezTo>
                  <a:cubicBezTo>
                    <a:pt x="2087880" y="208108"/>
                    <a:pt x="2114550" y="167468"/>
                    <a:pt x="2145030" y="152228"/>
                  </a:cubicBezTo>
                  <a:cubicBezTo>
                    <a:pt x="2179320" y="133178"/>
                    <a:pt x="2263140" y="133178"/>
                    <a:pt x="2279650" y="139528"/>
                  </a:cubicBezTo>
                  <a:cubicBezTo>
                    <a:pt x="2284730" y="142068"/>
                    <a:pt x="2284730" y="148418"/>
                    <a:pt x="2287270" y="148418"/>
                  </a:cubicBezTo>
                  <a:cubicBezTo>
                    <a:pt x="2288540" y="148418"/>
                    <a:pt x="2288540" y="147148"/>
                    <a:pt x="2289810" y="147148"/>
                  </a:cubicBezTo>
                  <a:cubicBezTo>
                    <a:pt x="2299970" y="144608"/>
                    <a:pt x="2409190" y="166198"/>
                    <a:pt x="2434590" y="196678"/>
                  </a:cubicBezTo>
                  <a:cubicBezTo>
                    <a:pt x="2454910" y="220808"/>
                    <a:pt x="2447290" y="263988"/>
                    <a:pt x="2448560" y="294468"/>
                  </a:cubicBezTo>
                  <a:cubicBezTo>
                    <a:pt x="2451100" y="321138"/>
                    <a:pt x="2451100" y="343998"/>
                    <a:pt x="2447290" y="370668"/>
                  </a:cubicBezTo>
                  <a:cubicBezTo>
                    <a:pt x="2442210" y="401148"/>
                    <a:pt x="2437130" y="437978"/>
                    <a:pt x="2421890" y="465918"/>
                  </a:cubicBezTo>
                  <a:cubicBezTo>
                    <a:pt x="2407920" y="495128"/>
                    <a:pt x="2383790" y="537038"/>
                    <a:pt x="2360930" y="544658"/>
                  </a:cubicBezTo>
                  <a:cubicBezTo>
                    <a:pt x="2343150" y="549738"/>
                    <a:pt x="2321560" y="520528"/>
                    <a:pt x="2302510" y="524338"/>
                  </a:cubicBezTo>
                  <a:cubicBezTo>
                    <a:pt x="2279650" y="528148"/>
                    <a:pt x="2263140" y="567518"/>
                    <a:pt x="2235200" y="578948"/>
                  </a:cubicBezTo>
                  <a:cubicBezTo>
                    <a:pt x="2202180" y="592918"/>
                    <a:pt x="2151380" y="592918"/>
                    <a:pt x="2113280" y="592918"/>
                  </a:cubicBezTo>
                  <a:cubicBezTo>
                    <a:pt x="2080260" y="592918"/>
                    <a:pt x="2038350" y="590378"/>
                    <a:pt x="2018030" y="581488"/>
                  </a:cubicBezTo>
                  <a:cubicBezTo>
                    <a:pt x="2006600" y="576408"/>
                    <a:pt x="2000250" y="561168"/>
                    <a:pt x="1992630" y="562438"/>
                  </a:cubicBezTo>
                  <a:cubicBezTo>
                    <a:pt x="1986280" y="562438"/>
                    <a:pt x="1982470" y="573868"/>
                    <a:pt x="1976120" y="584028"/>
                  </a:cubicBezTo>
                  <a:cubicBezTo>
                    <a:pt x="1964690" y="601808"/>
                    <a:pt x="1931670" y="666578"/>
                    <a:pt x="1934210" y="670388"/>
                  </a:cubicBezTo>
                  <a:cubicBezTo>
                    <a:pt x="1934210" y="670388"/>
                    <a:pt x="1935480" y="669118"/>
                    <a:pt x="1936750" y="669118"/>
                  </a:cubicBezTo>
                  <a:cubicBezTo>
                    <a:pt x="1939290" y="669118"/>
                    <a:pt x="1945640" y="667848"/>
                    <a:pt x="1946910" y="667848"/>
                  </a:cubicBezTo>
                  <a:cubicBezTo>
                    <a:pt x="1946910" y="667848"/>
                    <a:pt x="1953260" y="667848"/>
                    <a:pt x="1955800" y="669118"/>
                  </a:cubicBezTo>
                  <a:cubicBezTo>
                    <a:pt x="1959610" y="669118"/>
                    <a:pt x="1965960" y="669118"/>
                    <a:pt x="1965960" y="669118"/>
                  </a:cubicBezTo>
                  <a:cubicBezTo>
                    <a:pt x="1965960" y="669118"/>
                    <a:pt x="1972310" y="671658"/>
                    <a:pt x="1974850" y="672928"/>
                  </a:cubicBezTo>
                  <a:cubicBezTo>
                    <a:pt x="1978660" y="674198"/>
                    <a:pt x="1985010" y="675468"/>
                    <a:pt x="1985010" y="675468"/>
                  </a:cubicBezTo>
                  <a:cubicBezTo>
                    <a:pt x="1985010" y="675468"/>
                    <a:pt x="1990090" y="679278"/>
                    <a:pt x="1992630" y="680548"/>
                  </a:cubicBezTo>
                  <a:cubicBezTo>
                    <a:pt x="1996440" y="683088"/>
                    <a:pt x="2001520" y="685628"/>
                    <a:pt x="2001520" y="686898"/>
                  </a:cubicBezTo>
                  <a:cubicBezTo>
                    <a:pt x="2001520" y="686898"/>
                    <a:pt x="2006600" y="690708"/>
                    <a:pt x="2007870" y="693248"/>
                  </a:cubicBezTo>
                  <a:cubicBezTo>
                    <a:pt x="2010410" y="695788"/>
                    <a:pt x="2015490" y="700868"/>
                    <a:pt x="2015490" y="700868"/>
                  </a:cubicBezTo>
                  <a:cubicBezTo>
                    <a:pt x="2015490" y="700868"/>
                    <a:pt x="2018030" y="705948"/>
                    <a:pt x="2020570" y="709758"/>
                  </a:cubicBezTo>
                  <a:cubicBezTo>
                    <a:pt x="2021840" y="712298"/>
                    <a:pt x="2025650" y="717378"/>
                    <a:pt x="2025650" y="717378"/>
                  </a:cubicBezTo>
                  <a:cubicBezTo>
                    <a:pt x="2025650" y="717378"/>
                    <a:pt x="2026920" y="723728"/>
                    <a:pt x="2028190" y="727538"/>
                  </a:cubicBezTo>
                  <a:cubicBezTo>
                    <a:pt x="2028190" y="730078"/>
                    <a:pt x="2030730" y="736428"/>
                    <a:pt x="2030730" y="736428"/>
                  </a:cubicBezTo>
                  <a:cubicBezTo>
                    <a:pt x="2030730" y="736428"/>
                    <a:pt x="2030730" y="742778"/>
                    <a:pt x="2030730" y="746588"/>
                  </a:cubicBezTo>
                  <a:cubicBezTo>
                    <a:pt x="2030730" y="750398"/>
                    <a:pt x="2032000" y="751668"/>
                    <a:pt x="2032000" y="756748"/>
                  </a:cubicBezTo>
                  <a:cubicBezTo>
                    <a:pt x="2030730" y="768178"/>
                    <a:pt x="2029460" y="799928"/>
                    <a:pt x="2026920" y="813898"/>
                  </a:cubicBezTo>
                  <a:cubicBezTo>
                    <a:pt x="2025650" y="822788"/>
                    <a:pt x="2023110" y="825328"/>
                    <a:pt x="2021840" y="834218"/>
                  </a:cubicBezTo>
                  <a:cubicBezTo>
                    <a:pt x="2019300" y="846918"/>
                    <a:pt x="2020570" y="864698"/>
                    <a:pt x="2015490" y="886288"/>
                  </a:cubicBezTo>
                  <a:cubicBezTo>
                    <a:pt x="2009140" y="920578"/>
                    <a:pt x="1987550" y="978998"/>
                    <a:pt x="1976120" y="1022178"/>
                  </a:cubicBezTo>
                  <a:cubicBezTo>
                    <a:pt x="1964690" y="1062818"/>
                    <a:pt x="1957070" y="1097108"/>
                    <a:pt x="1945640" y="1136478"/>
                  </a:cubicBezTo>
                  <a:cubicBezTo>
                    <a:pt x="1934210" y="1178388"/>
                    <a:pt x="1912620" y="1226648"/>
                    <a:pt x="1905000" y="1267288"/>
                  </a:cubicBezTo>
                  <a:cubicBezTo>
                    <a:pt x="1897380" y="1299038"/>
                    <a:pt x="1901190" y="1326978"/>
                    <a:pt x="1896110" y="1356188"/>
                  </a:cubicBezTo>
                  <a:cubicBezTo>
                    <a:pt x="1891030" y="1381588"/>
                    <a:pt x="1883410" y="1404448"/>
                    <a:pt x="1874520" y="1431118"/>
                  </a:cubicBezTo>
                  <a:cubicBezTo>
                    <a:pt x="1861820" y="1462868"/>
                    <a:pt x="1845310" y="1499698"/>
                    <a:pt x="1826260" y="1533988"/>
                  </a:cubicBezTo>
                  <a:cubicBezTo>
                    <a:pt x="1805940" y="1568278"/>
                    <a:pt x="1781810" y="1615268"/>
                    <a:pt x="1753870" y="1638128"/>
                  </a:cubicBezTo>
                  <a:cubicBezTo>
                    <a:pt x="1732280" y="1655908"/>
                    <a:pt x="1705610" y="1653368"/>
                    <a:pt x="1681480" y="1668608"/>
                  </a:cubicBezTo>
                  <a:cubicBezTo>
                    <a:pt x="1653540" y="1685118"/>
                    <a:pt x="1626870" y="1723218"/>
                    <a:pt x="1598930" y="1735918"/>
                  </a:cubicBezTo>
                  <a:cubicBezTo>
                    <a:pt x="1573530" y="1746078"/>
                    <a:pt x="1529080" y="1733378"/>
                    <a:pt x="1522730" y="1744808"/>
                  </a:cubicBezTo>
                  <a:cubicBezTo>
                    <a:pt x="1517650" y="1753698"/>
                    <a:pt x="1535430" y="1767668"/>
                    <a:pt x="1536700" y="1782908"/>
                  </a:cubicBezTo>
                  <a:cubicBezTo>
                    <a:pt x="1539240" y="1805768"/>
                    <a:pt x="1537970" y="1845138"/>
                    <a:pt x="1524000" y="1870538"/>
                  </a:cubicBezTo>
                  <a:cubicBezTo>
                    <a:pt x="1508760" y="1898478"/>
                    <a:pt x="1469390" y="1926418"/>
                    <a:pt x="1440180" y="1939118"/>
                  </a:cubicBezTo>
                  <a:cubicBezTo>
                    <a:pt x="1414780" y="1950548"/>
                    <a:pt x="1383030" y="1954358"/>
                    <a:pt x="1360170" y="1953088"/>
                  </a:cubicBezTo>
                  <a:cubicBezTo>
                    <a:pt x="1341120" y="1951818"/>
                    <a:pt x="1324610" y="1939118"/>
                    <a:pt x="1311910" y="1940388"/>
                  </a:cubicBezTo>
                  <a:cubicBezTo>
                    <a:pt x="1300480" y="1940388"/>
                    <a:pt x="1282700" y="1949278"/>
                    <a:pt x="1283970" y="1953088"/>
                  </a:cubicBezTo>
                  <a:cubicBezTo>
                    <a:pt x="1285240" y="1959438"/>
                    <a:pt x="1344930" y="1960708"/>
                    <a:pt x="1375410" y="1965788"/>
                  </a:cubicBezTo>
                  <a:cubicBezTo>
                    <a:pt x="1405890" y="1970868"/>
                    <a:pt x="1437640" y="1979758"/>
                    <a:pt x="1469390" y="1983568"/>
                  </a:cubicBezTo>
                  <a:cubicBezTo>
                    <a:pt x="1498600" y="1987378"/>
                    <a:pt x="1527810" y="1986108"/>
                    <a:pt x="1557020" y="1989918"/>
                  </a:cubicBezTo>
                  <a:cubicBezTo>
                    <a:pt x="1584960" y="1993728"/>
                    <a:pt x="1638300" y="2005158"/>
                    <a:pt x="1638300" y="2005158"/>
                  </a:cubicBezTo>
                  <a:cubicBezTo>
                    <a:pt x="1638300" y="2005158"/>
                    <a:pt x="1644650" y="2006428"/>
                    <a:pt x="1648460" y="2006428"/>
                  </a:cubicBezTo>
                  <a:cubicBezTo>
                    <a:pt x="1652270" y="2007698"/>
                    <a:pt x="1659890" y="2007698"/>
                    <a:pt x="1659890" y="2007698"/>
                  </a:cubicBezTo>
                  <a:cubicBezTo>
                    <a:pt x="1659890" y="2007698"/>
                    <a:pt x="1666240" y="2010238"/>
                    <a:pt x="1670050" y="2011508"/>
                  </a:cubicBezTo>
                  <a:cubicBezTo>
                    <a:pt x="1672590" y="2012778"/>
                    <a:pt x="1678940" y="2015318"/>
                    <a:pt x="1680210" y="2015318"/>
                  </a:cubicBezTo>
                  <a:cubicBezTo>
                    <a:pt x="1680210" y="2015318"/>
                    <a:pt x="1685290" y="2020398"/>
                    <a:pt x="1687830" y="2021668"/>
                  </a:cubicBezTo>
                  <a:cubicBezTo>
                    <a:pt x="1691640" y="2024208"/>
                    <a:pt x="1696720" y="2028018"/>
                    <a:pt x="1696720" y="2028018"/>
                  </a:cubicBezTo>
                  <a:cubicBezTo>
                    <a:pt x="1697990" y="2028018"/>
                    <a:pt x="1701800" y="2033098"/>
                    <a:pt x="1704340" y="2035638"/>
                  </a:cubicBezTo>
                  <a:cubicBezTo>
                    <a:pt x="1706880" y="2038178"/>
                    <a:pt x="1711960" y="2044528"/>
                    <a:pt x="1711960" y="2044528"/>
                  </a:cubicBezTo>
                  <a:cubicBezTo>
                    <a:pt x="1711960" y="2044528"/>
                    <a:pt x="1714500" y="2050878"/>
                    <a:pt x="1717040" y="2053418"/>
                  </a:cubicBezTo>
                  <a:cubicBezTo>
                    <a:pt x="1718310" y="2057228"/>
                    <a:pt x="1722120" y="2063578"/>
                    <a:pt x="1722120" y="2063578"/>
                  </a:cubicBezTo>
                  <a:cubicBezTo>
                    <a:pt x="1722120" y="2063578"/>
                    <a:pt x="1723390" y="2069928"/>
                    <a:pt x="1724660" y="2073738"/>
                  </a:cubicBezTo>
                  <a:cubicBezTo>
                    <a:pt x="1724660" y="2077548"/>
                    <a:pt x="1727200" y="2083898"/>
                    <a:pt x="1727200" y="2083898"/>
                  </a:cubicBezTo>
                  <a:cubicBezTo>
                    <a:pt x="1727200" y="2083898"/>
                    <a:pt x="1727200" y="2091518"/>
                    <a:pt x="1727200" y="2095328"/>
                  </a:cubicBezTo>
                  <a:cubicBezTo>
                    <a:pt x="1727200" y="2097868"/>
                    <a:pt x="1727200" y="2105488"/>
                    <a:pt x="1727200" y="2105488"/>
                  </a:cubicBezTo>
                  <a:cubicBezTo>
                    <a:pt x="1727200" y="2105488"/>
                    <a:pt x="1724660" y="2113108"/>
                    <a:pt x="1724660" y="2115648"/>
                  </a:cubicBezTo>
                  <a:cubicBezTo>
                    <a:pt x="1723390" y="2119458"/>
                    <a:pt x="1722120" y="2125808"/>
                    <a:pt x="1722120" y="2127078"/>
                  </a:cubicBezTo>
                  <a:cubicBezTo>
                    <a:pt x="1722120" y="2127078"/>
                    <a:pt x="1718310" y="2133428"/>
                    <a:pt x="1717040" y="2135968"/>
                  </a:cubicBezTo>
                  <a:cubicBezTo>
                    <a:pt x="1714500" y="2138508"/>
                    <a:pt x="1711960" y="2144858"/>
                    <a:pt x="1711960" y="2144858"/>
                  </a:cubicBezTo>
                  <a:cubicBezTo>
                    <a:pt x="1711960" y="2146128"/>
                    <a:pt x="1706880" y="2151208"/>
                    <a:pt x="1704340" y="2153748"/>
                  </a:cubicBezTo>
                  <a:cubicBezTo>
                    <a:pt x="1701800" y="2156288"/>
                    <a:pt x="1697990" y="2161368"/>
                    <a:pt x="1696720" y="2161368"/>
                  </a:cubicBezTo>
                  <a:cubicBezTo>
                    <a:pt x="1696720" y="2161368"/>
                    <a:pt x="1691640" y="2165178"/>
                    <a:pt x="1687830" y="2167718"/>
                  </a:cubicBezTo>
                  <a:cubicBezTo>
                    <a:pt x="1685290" y="2170258"/>
                    <a:pt x="1680210" y="2174068"/>
                    <a:pt x="1680210" y="2174068"/>
                  </a:cubicBezTo>
                  <a:cubicBezTo>
                    <a:pt x="1678940" y="2174068"/>
                    <a:pt x="1672590" y="2176608"/>
                    <a:pt x="1670050" y="2177878"/>
                  </a:cubicBezTo>
                  <a:cubicBezTo>
                    <a:pt x="1666240" y="2179148"/>
                    <a:pt x="1659890" y="2181688"/>
                    <a:pt x="1659890" y="2181688"/>
                  </a:cubicBezTo>
                  <a:cubicBezTo>
                    <a:pt x="1659890" y="2181688"/>
                    <a:pt x="1652270" y="2181688"/>
                    <a:pt x="1648460" y="2182958"/>
                  </a:cubicBezTo>
                  <a:cubicBezTo>
                    <a:pt x="1644650" y="2182958"/>
                    <a:pt x="1638300" y="2184228"/>
                    <a:pt x="1638300" y="2184228"/>
                  </a:cubicBezTo>
                  <a:cubicBezTo>
                    <a:pt x="1638300" y="2184228"/>
                    <a:pt x="1577340" y="2184228"/>
                    <a:pt x="1546860" y="2184228"/>
                  </a:cubicBezTo>
                  <a:cubicBezTo>
                    <a:pt x="1516380" y="2184228"/>
                    <a:pt x="1487170" y="2184228"/>
                    <a:pt x="1456690" y="2184228"/>
                  </a:cubicBezTo>
                  <a:cubicBezTo>
                    <a:pt x="1426210" y="2184228"/>
                    <a:pt x="1395730" y="2184228"/>
                    <a:pt x="1365250" y="2184228"/>
                  </a:cubicBezTo>
                  <a:cubicBezTo>
                    <a:pt x="1334770" y="2184228"/>
                    <a:pt x="1303020" y="2184228"/>
                    <a:pt x="1273810" y="2184228"/>
                  </a:cubicBezTo>
                  <a:cubicBezTo>
                    <a:pt x="1245870" y="2184228"/>
                    <a:pt x="1219200" y="2184228"/>
                    <a:pt x="1192530" y="2184228"/>
                  </a:cubicBezTo>
                  <a:cubicBezTo>
                    <a:pt x="1167130" y="2184228"/>
                    <a:pt x="1143000" y="2184228"/>
                    <a:pt x="1115060" y="2184228"/>
                  </a:cubicBezTo>
                  <a:cubicBezTo>
                    <a:pt x="1085850" y="2184228"/>
                    <a:pt x="1052830" y="2184228"/>
                    <a:pt x="1023620" y="2184228"/>
                  </a:cubicBezTo>
                  <a:cubicBezTo>
                    <a:pt x="996950" y="2184228"/>
                    <a:pt x="972820" y="2185498"/>
                    <a:pt x="946150" y="2184228"/>
                  </a:cubicBezTo>
                  <a:cubicBezTo>
                    <a:pt x="920750" y="2182958"/>
                    <a:pt x="867410" y="2175338"/>
                    <a:pt x="867410" y="2175338"/>
                  </a:cubicBezTo>
                  <a:cubicBezTo>
                    <a:pt x="867410" y="2175338"/>
                    <a:pt x="859790" y="2174068"/>
                    <a:pt x="855980" y="2172798"/>
                  </a:cubicBezTo>
                  <a:cubicBezTo>
                    <a:pt x="852170" y="2172798"/>
                    <a:pt x="845820" y="2171528"/>
                    <a:pt x="845820" y="2171528"/>
                  </a:cubicBezTo>
                  <a:cubicBezTo>
                    <a:pt x="845820" y="2171528"/>
                    <a:pt x="838200" y="2168988"/>
                    <a:pt x="835660" y="2167718"/>
                  </a:cubicBezTo>
                  <a:cubicBezTo>
                    <a:pt x="831850" y="2166448"/>
                    <a:pt x="825500" y="2163908"/>
                    <a:pt x="825500" y="2163908"/>
                  </a:cubicBezTo>
                  <a:cubicBezTo>
                    <a:pt x="825500" y="2163908"/>
                    <a:pt x="819150" y="2160098"/>
                    <a:pt x="816610" y="2158828"/>
                  </a:cubicBezTo>
                  <a:cubicBezTo>
                    <a:pt x="814070" y="2156288"/>
                    <a:pt x="807720" y="2152478"/>
                    <a:pt x="807720" y="2152478"/>
                  </a:cubicBezTo>
                  <a:cubicBezTo>
                    <a:pt x="807720" y="2152478"/>
                    <a:pt x="802640" y="2147398"/>
                    <a:pt x="800100" y="2143588"/>
                  </a:cubicBezTo>
                  <a:cubicBezTo>
                    <a:pt x="797560" y="2141048"/>
                    <a:pt x="793750" y="2135968"/>
                    <a:pt x="793750" y="2135968"/>
                  </a:cubicBezTo>
                  <a:cubicBezTo>
                    <a:pt x="793750" y="2135968"/>
                    <a:pt x="789940" y="2129618"/>
                    <a:pt x="788670" y="2127078"/>
                  </a:cubicBezTo>
                  <a:cubicBezTo>
                    <a:pt x="786130" y="2123268"/>
                    <a:pt x="783590" y="2116918"/>
                    <a:pt x="783590" y="2116918"/>
                  </a:cubicBezTo>
                  <a:cubicBezTo>
                    <a:pt x="783590" y="2116918"/>
                    <a:pt x="783590" y="2116918"/>
                    <a:pt x="783590" y="2115648"/>
                  </a:cubicBezTo>
                  <a:cubicBezTo>
                    <a:pt x="782320" y="2115648"/>
                    <a:pt x="778510" y="2115648"/>
                    <a:pt x="774700" y="2115648"/>
                  </a:cubicBezTo>
                  <a:cubicBezTo>
                    <a:pt x="767080" y="2115648"/>
                    <a:pt x="737870" y="2115648"/>
                    <a:pt x="736600" y="2115648"/>
                  </a:cubicBezTo>
                  <a:cubicBezTo>
                    <a:pt x="736600" y="2115648"/>
                    <a:pt x="737870" y="2116918"/>
                    <a:pt x="737870" y="2116918"/>
                  </a:cubicBezTo>
                  <a:cubicBezTo>
                    <a:pt x="737870" y="2116918"/>
                    <a:pt x="737870" y="2123268"/>
                    <a:pt x="737870" y="2127078"/>
                  </a:cubicBezTo>
                  <a:cubicBezTo>
                    <a:pt x="737870" y="2130888"/>
                    <a:pt x="737870" y="2137238"/>
                    <a:pt x="737870" y="2138508"/>
                  </a:cubicBezTo>
                  <a:cubicBezTo>
                    <a:pt x="737870" y="2138508"/>
                    <a:pt x="735330" y="2144858"/>
                    <a:pt x="734060" y="2148668"/>
                  </a:cubicBezTo>
                  <a:cubicBezTo>
                    <a:pt x="734060" y="2152478"/>
                    <a:pt x="731520" y="2158828"/>
                    <a:pt x="731520" y="2158828"/>
                  </a:cubicBezTo>
                  <a:cubicBezTo>
                    <a:pt x="731520" y="2158828"/>
                    <a:pt x="728980" y="2165178"/>
                    <a:pt x="726440" y="2168988"/>
                  </a:cubicBezTo>
                  <a:cubicBezTo>
                    <a:pt x="725170" y="2171528"/>
                    <a:pt x="722630" y="2177878"/>
                    <a:pt x="722630" y="2177878"/>
                  </a:cubicBezTo>
                  <a:cubicBezTo>
                    <a:pt x="721360" y="2177878"/>
                    <a:pt x="717550" y="2182958"/>
                    <a:pt x="715010" y="2186768"/>
                  </a:cubicBezTo>
                  <a:cubicBezTo>
                    <a:pt x="712470" y="2189308"/>
                    <a:pt x="707390" y="2194388"/>
                    <a:pt x="707390" y="2194388"/>
                  </a:cubicBezTo>
                  <a:cubicBezTo>
                    <a:pt x="707390" y="2194388"/>
                    <a:pt x="702310" y="2198198"/>
                    <a:pt x="698500" y="2200738"/>
                  </a:cubicBezTo>
                  <a:cubicBezTo>
                    <a:pt x="695960" y="2202008"/>
                    <a:pt x="689610" y="2207088"/>
                    <a:pt x="689610" y="2207088"/>
                  </a:cubicBezTo>
                  <a:cubicBezTo>
                    <a:pt x="689610" y="2207088"/>
                    <a:pt x="683260" y="2209628"/>
                    <a:pt x="679450" y="2210898"/>
                  </a:cubicBezTo>
                  <a:cubicBezTo>
                    <a:pt x="676910" y="2212168"/>
                    <a:pt x="669290" y="2214708"/>
                    <a:pt x="669290" y="2214708"/>
                  </a:cubicBezTo>
                  <a:cubicBezTo>
                    <a:pt x="669290" y="2214708"/>
                    <a:pt x="662940" y="2214708"/>
                    <a:pt x="659130" y="2215978"/>
                  </a:cubicBezTo>
                  <a:cubicBezTo>
                    <a:pt x="655320" y="2215978"/>
                    <a:pt x="652780" y="2215978"/>
                    <a:pt x="647700" y="2217248"/>
                  </a:cubicBezTo>
                  <a:cubicBezTo>
                    <a:pt x="637540" y="2218518"/>
                    <a:pt x="613410" y="2227408"/>
                    <a:pt x="593090" y="2229948"/>
                  </a:cubicBezTo>
                  <a:cubicBezTo>
                    <a:pt x="566420" y="2232488"/>
                    <a:pt x="532130" y="2229948"/>
                    <a:pt x="501650" y="2229948"/>
                  </a:cubicBezTo>
                  <a:cubicBezTo>
                    <a:pt x="472440" y="2229948"/>
                    <a:pt x="440690" y="2229948"/>
                    <a:pt x="411480" y="2229948"/>
                  </a:cubicBezTo>
                  <a:cubicBezTo>
                    <a:pt x="384810" y="2229948"/>
                    <a:pt x="331470" y="2229948"/>
                    <a:pt x="331470" y="2229948"/>
                  </a:cubicBezTo>
                  <a:cubicBezTo>
                    <a:pt x="331470" y="2229948"/>
                    <a:pt x="325120" y="2228678"/>
                    <a:pt x="321310" y="2228678"/>
                  </a:cubicBezTo>
                  <a:cubicBezTo>
                    <a:pt x="317500" y="2228678"/>
                    <a:pt x="309880" y="2227408"/>
                    <a:pt x="309880" y="2227408"/>
                  </a:cubicBezTo>
                  <a:cubicBezTo>
                    <a:pt x="309880" y="2227408"/>
                    <a:pt x="303530" y="2224868"/>
                    <a:pt x="299720" y="2223598"/>
                  </a:cubicBezTo>
                  <a:cubicBezTo>
                    <a:pt x="298450" y="2222328"/>
                    <a:pt x="297180" y="2221058"/>
                    <a:pt x="294640" y="2221058"/>
                  </a:cubicBezTo>
                  <a:cubicBezTo>
                    <a:pt x="289560" y="2221058"/>
                    <a:pt x="280670" y="2227408"/>
                    <a:pt x="269240" y="2227408"/>
                  </a:cubicBezTo>
                  <a:cubicBezTo>
                    <a:pt x="250190" y="2228678"/>
                    <a:pt x="212090" y="2227408"/>
                    <a:pt x="187960" y="2214708"/>
                  </a:cubicBezTo>
                  <a:cubicBezTo>
                    <a:pt x="160020" y="2198198"/>
                    <a:pt x="128270" y="2157558"/>
                    <a:pt x="116840" y="2127078"/>
                  </a:cubicBezTo>
                  <a:cubicBezTo>
                    <a:pt x="106680" y="2101678"/>
                    <a:pt x="113030" y="2072468"/>
                    <a:pt x="111760" y="2044528"/>
                  </a:cubicBezTo>
                  <a:cubicBezTo>
                    <a:pt x="110490" y="2014048"/>
                    <a:pt x="111760" y="1983568"/>
                    <a:pt x="111760" y="1953088"/>
                  </a:cubicBezTo>
                  <a:cubicBezTo>
                    <a:pt x="111760" y="1922608"/>
                    <a:pt x="111760" y="1892128"/>
                    <a:pt x="111760" y="1861648"/>
                  </a:cubicBezTo>
                  <a:cubicBezTo>
                    <a:pt x="111760" y="1831168"/>
                    <a:pt x="114300" y="1800688"/>
                    <a:pt x="111760" y="1771478"/>
                  </a:cubicBezTo>
                  <a:cubicBezTo>
                    <a:pt x="109220" y="1739728"/>
                    <a:pt x="99060" y="1709248"/>
                    <a:pt x="95250" y="1678768"/>
                  </a:cubicBezTo>
                  <a:cubicBezTo>
                    <a:pt x="91440" y="1648288"/>
                    <a:pt x="92710" y="1619078"/>
                    <a:pt x="88900" y="1591138"/>
                  </a:cubicBezTo>
                  <a:cubicBezTo>
                    <a:pt x="86360" y="1563198"/>
                    <a:pt x="81280" y="1514938"/>
                    <a:pt x="76200" y="1509858"/>
                  </a:cubicBezTo>
                  <a:cubicBezTo>
                    <a:pt x="74930" y="1508588"/>
                    <a:pt x="72390" y="1508588"/>
                    <a:pt x="72390" y="1508588"/>
                  </a:cubicBezTo>
                  <a:cubicBezTo>
                    <a:pt x="72390" y="1508588"/>
                    <a:pt x="64770" y="1507318"/>
                    <a:pt x="62230" y="1506048"/>
                  </a:cubicBezTo>
                  <a:cubicBezTo>
                    <a:pt x="58420" y="1504778"/>
                    <a:pt x="52070" y="1502238"/>
                    <a:pt x="50800" y="1502238"/>
                  </a:cubicBezTo>
                  <a:cubicBezTo>
                    <a:pt x="50800" y="1502238"/>
                    <a:pt x="45720" y="1498428"/>
                    <a:pt x="41910" y="1497158"/>
                  </a:cubicBezTo>
                  <a:cubicBezTo>
                    <a:pt x="39370" y="1494618"/>
                    <a:pt x="33020" y="1490808"/>
                    <a:pt x="33020" y="1490808"/>
                  </a:cubicBezTo>
                  <a:cubicBezTo>
                    <a:pt x="33020" y="1490808"/>
                    <a:pt x="27940" y="1485728"/>
                    <a:pt x="25400" y="1483188"/>
                  </a:cubicBezTo>
                  <a:cubicBezTo>
                    <a:pt x="22860" y="1480648"/>
                    <a:pt x="17780" y="1475568"/>
                    <a:pt x="17780" y="1475568"/>
                  </a:cubicBezTo>
                  <a:cubicBezTo>
                    <a:pt x="17780" y="1475568"/>
                    <a:pt x="13970" y="1469218"/>
                    <a:pt x="12700" y="1466678"/>
                  </a:cubicBezTo>
                  <a:cubicBezTo>
                    <a:pt x="10160" y="1462868"/>
                    <a:pt x="6350" y="1456518"/>
                    <a:pt x="6350" y="1456518"/>
                  </a:cubicBezTo>
                  <a:cubicBezTo>
                    <a:pt x="6350" y="1456518"/>
                    <a:pt x="5080" y="1450168"/>
                    <a:pt x="3810" y="1446358"/>
                  </a:cubicBezTo>
                  <a:cubicBezTo>
                    <a:pt x="2540" y="1442548"/>
                    <a:pt x="1270" y="1436198"/>
                    <a:pt x="0" y="1436198"/>
                  </a:cubicBezTo>
                  <a:cubicBezTo>
                    <a:pt x="0" y="1436198"/>
                    <a:pt x="0" y="1428578"/>
                    <a:pt x="0" y="1424768"/>
                  </a:cubicBezTo>
                  <a:cubicBezTo>
                    <a:pt x="0" y="1422228"/>
                    <a:pt x="0" y="1414608"/>
                    <a:pt x="0" y="1414608"/>
                  </a:cubicBezTo>
                  <a:moveTo>
                    <a:pt x="421640" y="735158"/>
                  </a:moveTo>
                  <a:cubicBezTo>
                    <a:pt x="436880" y="872318"/>
                    <a:pt x="447040" y="928198"/>
                    <a:pt x="458470" y="968838"/>
                  </a:cubicBezTo>
                  <a:cubicBezTo>
                    <a:pt x="467360" y="1000588"/>
                    <a:pt x="481330" y="1023448"/>
                    <a:pt x="488950" y="1051388"/>
                  </a:cubicBezTo>
                  <a:cubicBezTo>
                    <a:pt x="496570" y="1076788"/>
                    <a:pt x="496570" y="1123778"/>
                    <a:pt x="501650" y="1127588"/>
                  </a:cubicBezTo>
                  <a:cubicBezTo>
                    <a:pt x="504190" y="1127588"/>
                    <a:pt x="508000" y="1123778"/>
                    <a:pt x="508000" y="1123778"/>
                  </a:cubicBezTo>
                  <a:cubicBezTo>
                    <a:pt x="508000" y="1123778"/>
                    <a:pt x="514350" y="1121238"/>
                    <a:pt x="518160" y="1119968"/>
                  </a:cubicBezTo>
                  <a:cubicBezTo>
                    <a:pt x="521970" y="1118698"/>
                    <a:pt x="528320" y="1116158"/>
                    <a:pt x="528320" y="1116158"/>
                  </a:cubicBezTo>
                  <a:cubicBezTo>
                    <a:pt x="528320" y="1116158"/>
                    <a:pt x="534670" y="1116158"/>
                    <a:pt x="538480" y="1116158"/>
                  </a:cubicBezTo>
                  <a:cubicBezTo>
                    <a:pt x="542290" y="1114888"/>
                    <a:pt x="548640" y="1114888"/>
                    <a:pt x="548640" y="1114888"/>
                  </a:cubicBezTo>
                  <a:cubicBezTo>
                    <a:pt x="549910" y="1114888"/>
                    <a:pt x="556260" y="1116158"/>
                    <a:pt x="560070" y="1116158"/>
                  </a:cubicBezTo>
                  <a:cubicBezTo>
                    <a:pt x="562610" y="1117428"/>
                    <a:pt x="570230" y="1117428"/>
                    <a:pt x="570230" y="1117428"/>
                  </a:cubicBezTo>
                  <a:cubicBezTo>
                    <a:pt x="570230" y="1117428"/>
                    <a:pt x="577850" y="1121238"/>
                    <a:pt x="580390" y="1122508"/>
                  </a:cubicBezTo>
                  <a:cubicBezTo>
                    <a:pt x="580390" y="1122508"/>
                    <a:pt x="580390" y="1122508"/>
                    <a:pt x="581660" y="1122508"/>
                  </a:cubicBezTo>
                  <a:cubicBezTo>
                    <a:pt x="582930" y="1121238"/>
                    <a:pt x="585470" y="1109808"/>
                    <a:pt x="590550" y="1099648"/>
                  </a:cubicBezTo>
                  <a:cubicBezTo>
                    <a:pt x="600710" y="1080598"/>
                    <a:pt x="617220" y="1037418"/>
                    <a:pt x="637540" y="1018368"/>
                  </a:cubicBezTo>
                  <a:cubicBezTo>
                    <a:pt x="655320" y="1001858"/>
                    <a:pt x="699770" y="989158"/>
                    <a:pt x="701040" y="986618"/>
                  </a:cubicBezTo>
                  <a:cubicBezTo>
                    <a:pt x="701040" y="986618"/>
                    <a:pt x="699770" y="986618"/>
                    <a:pt x="699770" y="986618"/>
                  </a:cubicBezTo>
                  <a:cubicBezTo>
                    <a:pt x="699770" y="985348"/>
                    <a:pt x="699770" y="985348"/>
                    <a:pt x="699770" y="985348"/>
                  </a:cubicBezTo>
                  <a:cubicBezTo>
                    <a:pt x="699770" y="985348"/>
                    <a:pt x="697230" y="980268"/>
                    <a:pt x="694690" y="976458"/>
                  </a:cubicBezTo>
                  <a:cubicBezTo>
                    <a:pt x="693420" y="973918"/>
                    <a:pt x="689610" y="967568"/>
                    <a:pt x="689610" y="967568"/>
                  </a:cubicBezTo>
                  <a:cubicBezTo>
                    <a:pt x="689610" y="967568"/>
                    <a:pt x="688340" y="961218"/>
                    <a:pt x="687070" y="958678"/>
                  </a:cubicBezTo>
                  <a:cubicBezTo>
                    <a:pt x="687070" y="954868"/>
                    <a:pt x="684530" y="948518"/>
                    <a:pt x="684530" y="948518"/>
                  </a:cubicBezTo>
                  <a:cubicBezTo>
                    <a:pt x="684530" y="948518"/>
                    <a:pt x="684530" y="940898"/>
                    <a:pt x="684530" y="938358"/>
                  </a:cubicBezTo>
                  <a:cubicBezTo>
                    <a:pt x="684530" y="934548"/>
                    <a:pt x="684530" y="928198"/>
                    <a:pt x="684530" y="928198"/>
                  </a:cubicBezTo>
                  <a:cubicBezTo>
                    <a:pt x="684530" y="926928"/>
                    <a:pt x="685800" y="920578"/>
                    <a:pt x="685800" y="918038"/>
                  </a:cubicBezTo>
                  <a:cubicBezTo>
                    <a:pt x="687070" y="914228"/>
                    <a:pt x="688340" y="907878"/>
                    <a:pt x="688340" y="907878"/>
                  </a:cubicBezTo>
                  <a:cubicBezTo>
                    <a:pt x="688340" y="907878"/>
                    <a:pt x="692150" y="901528"/>
                    <a:pt x="693420" y="897718"/>
                  </a:cubicBezTo>
                  <a:cubicBezTo>
                    <a:pt x="694690" y="895178"/>
                    <a:pt x="697230" y="888828"/>
                    <a:pt x="697230" y="888828"/>
                  </a:cubicBezTo>
                  <a:cubicBezTo>
                    <a:pt x="698500" y="888828"/>
                    <a:pt x="702310" y="883748"/>
                    <a:pt x="704850" y="881208"/>
                  </a:cubicBezTo>
                  <a:cubicBezTo>
                    <a:pt x="706120" y="878668"/>
                    <a:pt x="711200" y="873588"/>
                    <a:pt x="711200" y="873588"/>
                  </a:cubicBezTo>
                  <a:cubicBezTo>
                    <a:pt x="711200" y="873588"/>
                    <a:pt x="713740" y="872318"/>
                    <a:pt x="715010" y="871048"/>
                  </a:cubicBezTo>
                  <a:cubicBezTo>
                    <a:pt x="717550" y="864698"/>
                    <a:pt x="704850" y="836758"/>
                    <a:pt x="707390" y="816438"/>
                  </a:cubicBezTo>
                  <a:cubicBezTo>
                    <a:pt x="709930" y="789768"/>
                    <a:pt x="728980" y="744048"/>
                    <a:pt x="739140" y="726268"/>
                  </a:cubicBezTo>
                  <a:cubicBezTo>
                    <a:pt x="745490" y="716108"/>
                    <a:pt x="758190" y="711028"/>
                    <a:pt x="758190" y="705948"/>
                  </a:cubicBezTo>
                  <a:cubicBezTo>
                    <a:pt x="758190" y="702138"/>
                    <a:pt x="751840" y="702138"/>
                    <a:pt x="749300" y="698328"/>
                  </a:cubicBezTo>
                  <a:cubicBezTo>
                    <a:pt x="744220" y="688168"/>
                    <a:pt x="751840" y="648798"/>
                    <a:pt x="744220" y="646258"/>
                  </a:cubicBezTo>
                  <a:cubicBezTo>
                    <a:pt x="735330" y="643718"/>
                    <a:pt x="708660" y="700868"/>
                    <a:pt x="690880" y="709758"/>
                  </a:cubicBezTo>
                  <a:cubicBezTo>
                    <a:pt x="678180" y="716108"/>
                    <a:pt x="655320" y="707218"/>
                    <a:pt x="652780" y="709758"/>
                  </a:cubicBezTo>
                  <a:cubicBezTo>
                    <a:pt x="651510" y="711028"/>
                    <a:pt x="652780" y="713568"/>
                    <a:pt x="652780" y="713568"/>
                  </a:cubicBezTo>
                  <a:cubicBezTo>
                    <a:pt x="652780" y="713568"/>
                    <a:pt x="651510" y="719918"/>
                    <a:pt x="651510" y="723728"/>
                  </a:cubicBezTo>
                  <a:cubicBezTo>
                    <a:pt x="651510" y="727538"/>
                    <a:pt x="650240" y="733888"/>
                    <a:pt x="650240" y="733888"/>
                  </a:cubicBezTo>
                  <a:cubicBezTo>
                    <a:pt x="650240" y="733888"/>
                    <a:pt x="647700" y="741508"/>
                    <a:pt x="646430" y="744048"/>
                  </a:cubicBezTo>
                  <a:cubicBezTo>
                    <a:pt x="645160" y="747858"/>
                    <a:pt x="642620" y="754208"/>
                    <a:pt x="642620" y="754208"/>
                  </a:cubicBezTo>
                  <a:cubicBezTo>
                    <a:pt x="642620" y="754208"/>
                    <a:pt x="638810" y="760558"/>
                    <a:pt x="636270" y="763098"/>
                  </a:cubicBezTo>
                  <a:cubicBezTo>
                    <a:pt x="635000" y="765638"/>
                    <a:pt x="631190" y="771988"/>
                    <a:pt x="631190" y="771988"/>
                  </a:cubicBezTo>
                  <a:cubicBezTo>
                    <a:pt x="629920" y="771988"/>
                    <a:pt x="624840" y="777068"/>
                    <a:pt x="622300" y="778338"/>
                  </a:cubicBezTo>
                  <a:cubicBezTo>
                    <a:pt x="619760" y="780878"/>
                    <a:pt x="614680" y="785958"/>
                    <a:pt x="614680" y="785958"/>
                  </a:cubicBezTo>
                  <a:cubicBezTo>
                    <a:pt x="614680" y="785958"/>
                    <a:pt x="608330" y="789768"/>
                    <a:pt x="605790" y="791038"/>
                  </a:cubicBezTo>
                  <a:cubicBezTo>
                    <a:pt x="601980" y="792308"/>
                    <a:pt x="595630" y="796118"/>
                    <a:pt x="595630" y="796118"/>
                  </a:cubicBezTo>
                  <a:cubicBezTo>
                    <a:pt x="595630" y="796118"/>
                    <a:pt x="589280" y="797388"/>
                    <a:pt x="585470" y="798658"/>
                  </a:cubicBezTo>
                  <a:cubicBezTo>
                    <a:pt x="581660" y="798658"/>
                    <a:pt x="575310" y="801198"/>
                    <a:pt x="575310" y="801198"/>
                  </a:cubicBezTo>
                  <a:cubicBezTo>
                    <a:pt x="575310" y="801198"/>
                    <a:pt x="567690" y="801198"/>
                    <a:pt x="563880" y="801198"/>
                  </a:cubicBezTo>
                  <a:cubicBezTo>
                    <a:pt x="561340" y="801198"/>
                    <a:pt x="553720" y="801198"/>
                    <a:pt x="553720" y="801198"/>
                  </a:cubicBezTo>
                  <a:cubicBezTo>
                    <a:pt x="553720" y="801198"/>
                    <a:pt x="547370" y="798658"/>
                    <a:pt x="543560" y="798658"/>
                  </a:cubicBezTo>
                  <a:cubicBezTo>
                    <a:pt x="539750" y="797388"/>
                    <a:pt x="533400" y="796118"/>
                    <a:pt x="533400" y="796118"/>
                  </a:cubicBezTo>
                  <a:cubicBezTo>
                    <a:pt x="533400" y="796118"/>
                    <a:pt x="527050" y="792308"/>
                    <a:pt x="523240" y="791038"/>
                  </a:cubicBezTo>
                  <a:cubicBezTo>
                    <a:pt x="520700" y="789768"/>
                    <a:pt x="514350" y="785958"/>
                    <a:pt x="514350" y="785958"/>
                  </a:cubicBezTo>
                  <a:cubicBezTo>
                    <a:pt x="514350" y="785958"/>
                    <a:pt x="509270" y="780878"/>
                    <a:pt x="506730" y="778338"/>
                  </a:cubicBezTo>
                  <a:cubicBezTo>
                    <a:pt x="504190" y="777068"/>
                    <a:pt x="497840" y="771988"/>
                    <a:pt x="497840" y="771988"/>
                  </a:cubicBezTo>
                  <a:cubicBezTo>
                    <a:pt x="497840" y="771988"/>
                    <a:pt x="494030" y="765638"/>
                    <a:pt x="492760" y="763098"/>
                  </a:cubicBezTo>
                  <a:cubicBezTo>
                    <a:pt x="490220" y="760558"/>
                    <a:pt x="486410" y="754208"/>
                    <a:pt x="486410" y="754208"/>
                  </a:cubicBezTo>
                  <a:cubicBezTo>
                    <a:pt x="486410" y="754208"/>
                    <a:pt x="485140" y="746588"/>
                    <a:pt x="482600" y="744048"/>
                  </a:cubicBezTo>
                  <a:cubicBezTo>
                    <a:pt x="476250" y="741508"/>
                    <a:pt x="457200" y="751668"/>
                    <a:pt x="445770" y="749128"/>
                  </a:cubicBezTo>
                  <a:cubicBezTo>
                    <a:pt x="436880" y="747858"/>
                    <a:pt x="421640" y="735158"/>
                    <a:pt x="421640" y="735158"/>
                  </a:cubicBezTo>
                  <a:moveTo>
                    <a:pt x="648970" y="1563198"/>
                  </a:moveTo>
                  <a:cubicBezTo>
                    <a:pt x="670560" y="1644478"/>
                    <a:pt x="671830" y="1653368"/>
                    <a:pt x="673100" y="1658448"/>
                  </a:cubicBezTo>
                  <a:cubicBezTo>
                    <a:pt x="673100" y="1660988"/>
                    <a:pt x="674370" y="1662258"/>
                    <a:pt x="674370" y="1664798"/>
                  </a:cubicBezTo>
                  <a:cubicBezTo>
                    <a:pt x="676910" y="1671148"/>
                    <a:pt x="679450" y="1691468"/>
                    <a:pt x="685800" y="1692738"/>
                  </a:cubicBezTo>
                  <a:cubicBezTo>
                    <a:pt x="692150" y="1694008"/>
                    <a:pt x="701040" y="1673688"/>
                    <a:pt x="715010" y="1664798"/>
                  </a:cubicBezTo>
                  <a:cubicBezTo>
                    <a:pt x="736600" y="1649558"/>
                    <a:pt x="775970" y="1630508"/>
                    <a:pt x="808990" y="1622888"/>
                  </a:cubicBezTo>
                  <a:cubicBezTo>
                    <a:pt x="842010" y="1615268"/>
                    <a:pt x="886460" y="1621618"/>
                    <a:pt x="914400" y="1620348"/>
                  </a:cubicBezTo>
                  <a:cubicBezTo>
                    <a:pt x="932180" y="1620348"/>
                    <a:pt x="952500" y="1629238"/>
                    <a:pt x="961390" y="1620348"/>
                  </a:cubicBezTo>
                  <a:cubicBezTo>
                    <a:pt x="971550" y="1610188"/>
                    <a:pt x="957580" y="1572088"/>
                    <a:pt x="957580" y="1546688"/>
                  </a:cubicBezTo>
                  <a:cubicBezTo>
                    <a:pt x="957580" y="1520018"/>
                    <a:pt x="957580" y="1492078"/>
                    <a:pt x="960120" y="1462868"/>
                  </a:cubicBezTo>
                  <a:cubicBezTo>
                    <a:pt x="962660" y="1432388"/>
                    <a:pt x="988060" y="1379048"/>
                    <a:pt x="974090" y="1368888"/>
                  </a:cubicBezTo>
                  <a:cubicBezTo>
                    <a:pt x="955040" y="1353648"/>
                    <a:pt x="858520" y="1424768"/>
                    <a:pt x="814070" y="1438738"/>
                  </a:cubicBezTo>
                  <a:cubicBezTo>
                    <a:pt x="784860" y="1447628"/>
                    <a:pt x="755650" y="1442548"/>
                    <a:pt x="739140" y="1453978"/>
                  </a:cubicBezTo>
                  <a:cubicBezTo>
                    <a:pt x="726440" y="1461598"/>
                    <a:pt x="727710" y="1481918"/>
                    <a:pt x="716280" y="1489538"/>
                  </a:cubicBezTo>
                  <a:cubicBezTo>
                    <a:pt x="703580" y="1498428"/>
                    <a:pt x="678180" y="1490808"/>
                    <a:pt x="668020" y="1502238"/>
                  </a:cubicBezTo>
                  <a:cubicBezTo>
                    <a:pt x="655320" y="1513668"/>
                    <a:pt x="648970" y="1563198"/>
                    <a:pt x="648970" y="1563198"/>
                  </a:cubicBezTo>
                  <a:moveTo>
                    <a:pt x="762000" y="581488"/>
                  </a:moveTo>
                  <a:cubicBezTo>
                    <a:pt x="779780" y="543388"/>
                    <a:pt x="768350" y="538308"/>
                    <a:pt x="764540" y="540848"/>
                  </a:cubicBezTo>
                  <a:cubicBezTo>
                    <a:pt x="759460" y="544658"/>
                    <a:pt x="762000" y="581488"/>
                    <a:pt x="762000" y="581488"/>
                  </a:cubicBezTo>
                  <a:moveTo>
                    <a:pt x="1010920" y="1010748"/>
                  </a:moveTo>
                  <a:cubicBezTo>
                    <a:pt x="1090930" y="1008208"/>
                    <a:pt x="1104900" y="999318"/>
                    <a:pt x="1103630" y="995508"/>
                  </a:cubicBezTo>
                  <a:cubicBezTo>
                    <a:pt x="1102360" y="991698"/>
                    <a:pt x="1066800" y="995508"/>
                    <a:pt x="1055370" y="992968"/>
                  </a:cubicBezTo>
                  <a:cubicBezTo>
                    <a:pt x="1049020" y="990428"/>
                    <a:pt x="1043940" y="984078"/>
                    <a:pt x="1040130" y="984078"/>
                  </a:cubicBezTo>
                  <a:cubicBezTo>
                    <a:pt x="1038860" y="984078"/>
                    <a:pt x="1037590" y="985348"/>
                    <a:pt x="1036320" y="987888"/>
                  </a:cubicBezTo>
                  <a:cubicBezTo>
                    <a:pt x="1031240" y="991698"/>
                    <a:pt x="1010920" y="1010748"/>
                    <a:pt x="1010920" y="1010748"/>
                  </a:cubicBezTo>
                  <a:moveTo>
                    <a:pt x="1250950" y="1593678"/>
                  </a:moveTo>
                  <a:cubicBezTo>
                    <a:pt x="1263650" y="1588598"/>
                    <a:pt x="1262380" y="1580978"/>
                    <a:pt x="1261110" y="1580978"/>
                  </a:cubicBezTo>
                  <a:cubicBezTo>
                    <a:pt x="1259840" y="1579708"/>
                    <a:pt x="1250950" y="1593678"/>
                    <a:pt x="1250950" y="1593678"/>
                  </a:cubicBezTo>
                  <a:moveTo>
                    <a:pt x="1402080" y="755478"/>
                  </a:moveTo>
                  <a:cubicBezTo>
                    <a:pt x="1414780" y="761828"/>
                    <a:pt x="1416050" y="770718"/>
                    <a:pt x="1417320" y="770718"/>
                  </a:cubicBezTo>
                  <a:cubicBezTo>
                    <a:pt x="1418590" y="770718"/>
                    <a:pt x="1419860" y="752938"/>
                    <a:pt x="1421130" y="747858"/>
                  </a:cubicBezTo>
                  <a:cubicBezTo>
                    <a:pt x="1422400" y="744048"/>
                    <a:pt x="1424940" y="740238"/>
                    <a:pt x="1423670" y="738968"/>
                  </a:cubicBezTo>
                  <a:cubicBezTo>
                    <a:pt x="1423670" y="738968"/>
                    <a:pt x="1418590" y="741508"/>
                    <a:pt x="1416050" y="742778"/>
                  </a:cubicBezTo>
                  <a:cubicBezTo>
                    <a:pt x="1412240" y="745318"/>
                    <a:pt x="1403350" y="751668"/>
                    <a:pt x="1402080" y="754208"/>
                  </a:cubicBezTo>
                  <a:cubicBezTo>
                    <a:pt x="1402080" y="754208"/>
                    <a:pt x="1402080" y="755478"/>
                    <a:pt x="1402080" y="755478"/>
                  </a:cubicBezTo>
                  <a:moveTo>
                    <a:pt x="1607820" y="597998"/>
                  </a:moveTo>
                  <a:cubicBezTo>
                    <a:pt x="1607820" y="597998"/>
                    <a:pt x="1607820" y="596728"/>
                    <a:pt x="1607820" y="596728"/>
                  </a:cubicBezTo>
                  <a:cubicBezTo>
                    <a:pt x="1607820" y="596728"/>
                    <a:pt x="1607820" y="597998"/>
                    <a:pt x="1607820" y="597998"/>
                  </a:cubicBezTo>
                  <a:moveTo>
                    <a:pt x="1786890" y="561168"/>
                  </a:moveTo>
                  <a:cubicBezTo>
                    <a:pt x="1809750" y="511638"/>
                    <a:pt x="1846580" y="479888"/>
                    <a:pt x="1852930" y="470998"/>
                  </a:cubicBezTo>
                  <a:cubicBezTo>
                    <a:pt x="1854200" y="468458"/>
                    <a:pt x="1856740" y="467188"/>
                    <a:pt x="1855470" y="465918"/>
                  </a:cubicBezTo>
                  <a:cubicBezTo>
                    <a:pt x="1855470" y="463378"/>
                    <a:pt x="1852930" y="463378"/>
                    <a:pt x="1849120" y="460838"/>
                  </a:cubicBezTo>
                  <a:cubicBezTo>
                    <a:pt x="1840230" y="454488"/>
                    <a:pt x="1799590" y="420198"/>
                    <a:pt x="1797050" y="421468"/>
                  </a:cubicBezTo>
                  <a:cubicBezTo>
                    <a:pt x="1797050" y="421468"/>
                    <a:pt x="1797050" y="422738"/>
                    <a:pt x="1797050" y="424008"/>
                  </a:cubicBezTo>
                  <a:cubicBezTo>
                    <a:pt x="1797050" y="426548"/>
                    <a:pt x="1798320" y="432898"/>
                    <a:pt x="1798320" y="434168"/>
                  </a:cubicBezTo>
                  <a:cubicBezTo>
                    <a:pt x="1798320" y="434168"/>
                    <a:pt x="1795780" y="496398"/>
                    <a:pt x="1793240" y="519258"/>
                  </a:cubicBezTo>
                  <a:cubicBezTo>
                    <a:pt x="1790700" y="535768"/>
                    <a:pt x="1786890" y="561168"/>
                    <a:pt x="1786890" y="561168"/>
                  </a:cubicBezTo>
                  <a:moveTo>
                    <a:pt x="1844040" y="840568"/>
                  </a:moveTo>
                  <a:cubicBezTo>
                    <a:pt x="1845310" y="844378"/>
                    <a:pt x="1845310" y="844378"/>
                    <a:pt x="1845310" y="844378"/>
                  </a:cubicBezTo>
                  <a:cubicBezTo>
                    <a:pt x="1845310" y="844378"/>
                    <a:pt x="1846580" y="850728"/>
                    <a:pt x="1846580" y="854538"/>
                  </a:cubicBezTo>
                  <a:cubicBezTo>
                    <a:pt x="1846580" y="857078"/>
                    <a:pt x="1847850" y="863428"/>
                    <a:pt x="1847850" y="863428"/>
                  </a:cubicBezTo>
                  <a:cubicBezTo>
                    <a:pt x="1847850" y="864698"/>
                    <a:pt x="1846580" y="868508"/>
                    <a:pt x="1846580" y="868508"/>
                  </a:cubicBezTo>
                  <a:cubicBezTo>
                    <a:pt x="1847850" y="868508"/>
                    <a:pt x="1851660" y="858348"/>
                    <a:pt x="1852930" y="851998"/>
                  </a:cubicBezTo>
                  <a:cubicBezTo>
                    <a:pt x="1855470" y="843108"/>
                    <a:pt x="1861820" y="816438"/>
                    <a:pt x="1859280" y="815168"/>
                  </a:cubicBezTo>
                  <a:cubicBezTo>
                    <a:pt x="1858010" y="815168"/>
                    <a:pt x="1844040" y="840568"/>
                    <a:pt x="1844040" y="840568"/>
                  </a:cubicBezTo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68" id="68"/>
          <p:cNvGrpSpPr/>
          <p:nvPr/>
        </p:nvGrpSpPr>
        <p:grpSpPr>
          <a:xfrm rot="0">
            <a:off x="7304722" y="2568892"/>
            <a:ext cx="594360" cy="1045845"/>
            <a:chOff x="0" y="0"/>
            <a:chExt cx="792480" cy="1394460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45740" y="50522"/>
              <a:ext cx="700481" cy="1293597"/>
            </a:xfrm>
            <a:custGeom>
              <a:avLst/>
              <a:gdLst/>
              <a:ahLst/>
              <a:cxnLst/>
              <a:rect r="r" b="b" t="t" l="l"/>
              <a:pathLst>
                <a:path h="1293597" w="700481">
                  <a:moveTo>
                    <a:pt x="506710" y="246658"/>
                  </a:moveTo>
                  <a:cubicBezTo>
                    <a:pt x="483850" y="828318"/>
                    <a:pt x="424160" y="893088"/>
                    <a:pt x="391140" y="890548"/>
                  </a:cubicBezTo>
                  <a:cubicBezTo>
                    <a:pt x="365740" y="888008"/>
                    <a:pt x="339070" y="841018"/>
                    <a:pt x="327640" y="794028"/>
                  </a:cubicBezTo>
                  <a:cubicBezTo>
                    <a:pt x="306050" y="702588"/>
                    <a:pt x="375900" y="463828"/>
                    <a:pt x="386060" y="349528"/>
                  </a:cubicBezTo>
                  <a:cubicBezTo>
                    <a:pt x="391140" y="278408"/>
                    <a:pt x="367010" y="193318"/>
                    <a:pt x="391140" y="175538"/>
                  </a:cubicBezTo>
                  <a:cubicBezTo>
                    <a:pt x="408920" y="161568"/>
                    <a:pt x="459720" y="175538"/>
                    <a:pt x="478770" y="197128"/>
                  </a:cubicBezTo>
                  <a:cubicBezTo>
                    <a:pt x="505440" y="228878"/>
                    <a:pt x="497820" y="317778"/>
                    <a:pt x="492740" y="381278"/>
                  </a:cubicBezTo>
                  <a:cubicBezTo>
                    <a:pt x="485120" y="449858"/>
                    <a:pt x="448290" y="508278"/>
                    <a:pt x="433050" y="594638"/>
                  </a:cubicBezTo>
                  <a:cubicBezTo>
                    <a:pt x="411460" y="720368"/>
                    <a:pt x="424160" y="993418"/>
                    <a:pt x="397490" y="1068348"/>
                  </a:cubicBezTo>
                  <a:cubicBezTo>
                    <a:pt x="387330" y="1095018"/>
                    <a:pt x="377170" y="1106448"/>
                    <a:pt x="363200" y="1116608"/>
                  </a:cubicBezTo>
                  <a:cubicBezTo>
                    <a:pt x="351770" y="1125498"/>
                    <a:pt x="339070" y="1129308"/>
                    <a:pt x="325100" y="1131848"/>
                  </a:cubicBezTo>
                  <a:cubicBezTo>
                    <a:pt x="312400" y="1133118"/>
                    <a:pt x="297160" y="1130578"/>
                    <a:pt x="285730" y="1126768"/>
                  </a:cubicBezTo>
                  <a:cubicBezTo>
                    <a:pt x="273030" y="1121688"/>
                    <a:pt x="261600" y="1112798"/>
                    <a:pt x="252710" y="1102638"/>
                  </a:cubicBezTo>
                  <a:cubicBezTo>
                    <a:pt x="243820" y="1093748"/>
                    <a:pt x="238740" y="1086128"/>
                    <a:pt x="233660" y="1067078"/>
                  </a:cubicBezTo>
                  <a:cubicBezTo>
                    <a:pt x="219690" y="1011198"/>
                    <a:pt x="248900" y="801648"/>
                    <a:pt x="231120" y="711478"/>
                  </a:cubicBezTo>
                  <a:cubicBezTo>
                    <a:pt x="219690" y="653058"/>
                    <a:pt x="179050" y="604798"/>
                    <a:pt x="173970" y="571778"/>
                  </a:cubicBezTo>
                  <a:cubicBezTo>
                    <a:pt x="171430" y="553998"/>
                    <a:pt x="172700" y="543838"/>
                    <a:pt x="177780" y="531138"/>
                  </a:cubicBezTo>
                  <a:cubicBezTo>
                    <a:pt x="185400" y="514628"/>
                    <a:pt x="200640" y="494308"/>
                    <a:pt x="217150" y="485418"/>
                  </a:cubicBezTo>
                  <a:cubicBezTo>
                    <a:pt x="233660" y="476528"/>
                    <a:pt x="259060" y="472718"/>
                    <a:pt x="276840" y="476528"/>
                  </a:cubicBezTo>
                  <a:cubicBezTo>
                    <a:pt x="295890" y="481608"/>
                    <a:pt x="316210" y="496848"/>
                    <a:pt x="327640" y="510818"/>
                  </a:cubicBezTo>
                  <a:cubicBezTo>
                    <a:pt x="336530" y="520978"/>
                    <a:pt x="342880" y="533678"/>
                    <a:pt x="342880" y="547648"/>
                  </a:cubicBezTo>
                  <a:cubicBezTo>
                    <a:pt x="341610" y="570508"/>
                    <a:pt x="308590" y="602258"/>
                    <a:pt x="299700" y="632738"/>
                  </a:cubicBezTo>
                  <a:cubicBezTo>
                    <a:pt x="289540" y="665758"/>
                    <a:pt x="295890" y="697508"/>
                    <a:pt x="289540" y="741958"/>
                  </a:cubicBezTo>
                  <a:cubicBezTo>
                    <a:pt x="278110" y="818158"/>
                    <a:pt x="236200" y="951508"/>
                    <a:pt x="224770" y="1039138"/>
                  </a:cubicBezTo>
                  <a:cubicBezTo>
                    <a:pt x="217150" y="1108988"/>
                    <a:pt x="227310" y="1190268"/>
                    <a:pt x="217150" y="1228368"/>
                  </a:cubicBezTo>
                  <a:cubicBezTo>
                    <a:pt x="213340" y="1246148"/>
                    <a:pt x="206990" y="1255038"/>
                    <a:pt x="198100" y="1265198"/>
                  </a:cubicBezTo>
                  <a:cubicBezTo>
                    <a:pt x="189210" y="1274088"/>
                    <a:pt x="177780" y="1284248"/>
                    <a:pt x="163810" y="1288058"/>
                  </a:cubicBezTo>
                  <a:cubicBezTo>
                    <a:pt x="147300" y="1293138"/>
                    <a:pt x="119360" y="1293138"/>
                    <a:pt x="102850" y="1288058"/>
                  </a:cubicBezTo>
                  <a:cubicBezTo>
                    <a:pt x="88880" y="1282978"/>
                    <a:pt x="77450" y="1274088"/>
                    <a:pt x="69830" y="1263928"/>
                  </a:cubicBezTo>
                  <a:cubicBezTo>
                    <a:pt x="60940" y="1253768"/>
                    <a:pt x="55860" y="1247418"/>
                    <a:pt x="49510" y="1228368"/>
                  </a:cubicBezTo>
                  <a:cubicBezTo>
                    <a:pt x="33000" y="1173758"/>
                    <a:pt x="16490" y="1012468"/>
                    <a:pt x="8870" y="894358"/>
                  </a:cubicBezTo>
                  <a:cubicBezTo>
                    <a:pt x="-20" y="759738"/>
                    <a:pt x="-3830" y="552728"/>
                    <a:pt x="5060" y="461288"/>
                  </a:cubicBezTo>
                  <a:cubicBezTo>
                    <a:pt x="10140" y="418108"/>
                    <a:pt x="16490" y="400328"/>
                    <a:pt x="26650" y="366038"/>
                  </a:cubicBezTo>
                  <a:cubicBezTo>
                    <a:pt x="39350" y="326668"/>
                    <a:pt x="58400" y="258088"/>
                    <a:pt x="79990" y="236498"/>
                  </a:cubicBezTo>
                  <a:cubicBezTo>
                    <a:pt x="91420" y="225068"/>
                    <a:pt x="104120" y="223798"/>
                    <a:pt x="118090" y="221258"/>
                  </a:cubicBezTo>
                  <a:cubicBezTo>
                    <a:pt x="130790" y="219988"/>
                    <a:pt x="146030" y="221258"/>
                    <a:pt x="157460" y="225068"/>
                  </a:cubicBezTo>
                  <a:cubicBezTo>
                    <a:pt x="170160" y="230148"/>
                    <a:pt x="182860" y="237768"/>
                    <a:pt x="191750" y="247928"/>
                  </a:cubicBezTo>
                  <a:cubicBezTo>
                    <a:pt x="200640" y="256818"/>
                    <a:pt x="208260" y="269518"/>
                    <a:pt x="210800" y="283488"/>
                  </a:cubicBezTo>
                  <a:cubicBezTo>
                    <a:pt x="214610" y="299998"/>
                    <a:pt x="212070" y="326668"/>
                    <a:pt x="205720" y="343178"/>
                  </a:cubicBezTo>
                  <a:cubicBezTo>
                    <a:pt x="199370" y="355878"/>
                    <a:pt x="181590" y="359688"/>
                    <a:pt x="179050" y="373658"/>
                  </a:cubicBezTo>
                  <a:cubicBezTo>
                    <a:pt x="175240" y="397788"/>
                    <a:pt x="210800" y="435888"/>
                    <a:pt x="218420" y="480338"/>
                  </a:cubicBezTo>
                  <a:cubicBezTo>
                    <a:pt x="229850" y="545108"/>
                    <a:pt x="209530" y="647978"/>
                    <a:pt x="217150" y="729258"/>
                  </a:cubicBezTo>
                  <a:cubicBezTo>
                    <a:pt x="223500" y="809268"/>
                    <a:pt x="253980" y="903248"/>
                    <a:pt x="260330" y="966748"/>
                  </a:cubicBezTo>
                  <a:cubicBezTo>
                    <a:pt x="264140" y="1008658"/>
                    <a:pt x="266680" y="1044218"/>
                    <a:pt x="264140" y="1069618"/>
                  </a:cubicBezTo>
                  <a:cubicBezTo>
                    <a:pt x="261600" y="1086128"/>
                    <a:pt x="261600" y="1097558"/>
                    <a:pt x="253980" y="1108988"/>
                  </a:cubicBezTo>
                  <a:cubicBezTo>
                    <a:pt x="245090" y="1124228"/>
                    <a:pt x="226040" y="1142008"/>
                    <a:pt x="209530" y="1149628"/>
                  </a:cubicBezTo>
                  <a:cubicBezTo>
                    <a:pt x="196830" y="1154708"/>
                    <a:pt x="182860" y="1155978"/>
                    <a:pt x="170160" y="1154708"/>
                  </a:cubicBezTo>
                  <a:cubicBezTo>
                    <a:pt x="157460" y="1153438"/>
                    <a:pt x="142220" y="1148358"/>
                    <a:pt x="132060" y="1140738"/>
                  </a:cubicBezTo>
                  <a:cubicBezTo>
                    <a:pt x="120630" y="1133118"/>
                    <a:pt x="110470" y="1121688"/>
                    <a:pt x="105390" y="1110258"/>
                  </a:cubicBezTo>
                  <a:cubicBezTo>
                    <a:pt x="99040" y="1098828"/>
                    <a:pt x="93960" y="1087398"/>
                    <a:pt x="95230" y="1072158"/>
                  </a:cubicBezTo>
                  <a:cubicBezTo>
                    <a:pt x="96500" y="1045488"/>
                    <a:pt x="119360" y="1011198"/>
                    <a:pt x="130790" y="970558"/>
                  </a:cubicBezTo>
                  <a:cubicBezTo>
                    <a:pt x="147300" y="908328"/>
                    <a:pt x="161270" y="820698"/>
                    <a:pt x="176510" y="731798"/>
                  </a:cubicBezTo>
                  <a:cubicBezTo>
                    <a:pt x="195560" y="621308"/>
                    <a:pt x="213340" y="457478"/>
                    <a:pt x="233660" y="357148"/>
                  </a:cubicBezTo>
                  <a:cubicBezTo>
                    <a:pt x="247630" y="289838"/>
                    <a:pt x="267950" y="242848"/>
                    <a:pt x="276840" y="188238"/>
                  </a:cubicBezTo>
                  <a:cubicBezTo>
                    <a:pt x="285730" y="138708"/>
                    <a:pt x="273030" y="73938"/>
                    <a:pt x="288270" y="42188"/>
                  </a:cubicBezTo>
                  <a:cubicBezTo>
                    <a:pt x="298430" y="23138"/>
                    <a:pt x="316210" y="10438"/>
                    <a:pt x="332720" y="5358"/>
                  </a:cubicBezTo>
                  <a:cubicBezTo>
                    <a:pt x="350500" y="-992"/>
                    <a:pt x="374630" y="-992"/>
                    <a:pt x="392410" y="6628"/>
                  </a:cubicBezTo>
                  <a:cubicBezTo>
                    <a:pt x="408920" y="12978"/>
                    <a:pt x="426700" y="30758"/>
                    <a:pt x="434320" y="45998"/>
                  </a:cubicBezTo>
                  <a:cubicBezTo>
                    <a:pt x="441940" y="57428"/>
                    <a:pt x="445750" y="70128"/>
                    <a:pt x="443210" y="84098"/>
                  </a:cubicBezTo>
                  <a:cubicBezTo>
                    <a:pt x="439400" y="106958"/>
                    <a:pt x="412730" y="126008"/>
                    <a:pt x="397490" y="166648"/>
                  </a:cubicBezTo>
                  <a:cubicBezTo>
                    <a:pt x="361930" y="259358"/>
                    <a:pt x="299700" y="552728"/>
                    <a:pt x="289540" y="647978"/>
                  </a:cubicBezTo>
                  <a:cubicBezTo>
                    <a:pt x="284460" y="686078"/>
                    <a:pt x="276840" y="725448"/>
                    <a:pt x="288270" y="730528"/>
                  </a:cubicBezTo>
                  <a:cubicBezTo>
                    <a:pt x="298430" y="735608"/>
                    <a:pt x="327640" y="705128"/>
                    <a:pt x="350500" y="682268"/>
                  </a:cubicBezTo>
                  <a:cubicBezTo>
                    <a:pt x="386060" y="646708"/>
                    <a:pt x="441940" y="573048"/>
                    <a:pt x="471150" y="522248"/>
                  </a:cubicBezTo>
                  <a:cubicBezTo>
                    <a:pt x="495280" y="481608"/>
                    <a:pt x="514330" y="447318"/>
                    <a:pt x="523220" y="406678"/>
                  </a:cubicBezTo>
                  <a:cubicBezTo>
                    <a:pt x="533380" y="362228"/>
                    <a:pt x="519410" y="296188"/>
                    <a:pt x="527030" y="265708"/>
                  </a:cubicBezTo>
                  <a:cubicBezTo>
                    <a:pt x="530840" y="249198"/>
                    <a:pt x="535920" y="239038"/>
                    <a:pt x="546080" y="228878"/>
                  </a:cubicBezTo>
                  <a:cubicBezTo>
                    <a:pt x="558780" y="216178"/>
                    <a:pt x="584180" y="203478"/>
                    <a:pt x="600690" y="200938"/>
                  </a:cubicBezTo>
                  <a:cubicBezTo>
                    <a:pt x="614660" y="198398"/>
                    <a:pt x="629900" y="200938"/>
                    <a:pt x="642600" y="206018"/>
                  </a:cubicBezTo>
                  <a:cubicBezTo>
                    <a:pt x="654030" y="211098"/>
                    <a:pt x="666730" y="219988"/>
                    <a:pt x="675620" y="230148"/>
                  </a:cubicBezTo>
                  <a:cubicBezTo>
                    <a:pt x="684510" y="240308"/>
                    <a:pt x="693400" y="250468"/>
                    <a:pt x="694670" y="266978"/>
                  </a:cubicBezTo>
                  <a:cubicBezTo>
                    <a:pt x="697210" y="296188"/>
                    <a:pt x="671810" y="350798"/>
                    <a:pt x="652760" y="395248"/>
                  </a:cubicBezTo>
                  <a:cubicBezTo>
                    <a:pt x="631170" y="444778"/>
                    <a:pt x="603230" y="524788"/>
                    <a:pt x="568940" y="547648"/>
                  </a:cubicBezTo>
                  <a:cubicBezTo>
                    <a:pt x="544810" y="562888"/>
                    <a:pt x="509250" y="564158"/>
                    <a:pt x="486390" y="555268"/>
                  </a:cubicBezTo>
                  <a:cubicBezTo>
                    <a:pt x="464800" y="546378"/>
                    <a:pt x="440670" y="514628"/>
                    <a:pt x="434320" y="491768"/>
                  </a:cubicBezTo>
                  <a:cubicBezTo>
                    <a:pt x="429240" y="473988"/>
                    <a:pt x="433050" y="452398"/>
                    <a:pt x="440670" y="437158"/>
                  </a:cubicBezTo>
                  <a:cubicBezTo>
                    <a:pt x="448290" y="420648"/>
                    <a:pt x="462260" y="404138"/>
                    <a:pt x="480040" y="396518"/>
                  </a:cubicBezTo>
                  <a:cubicBezTo>
                    <a:pt x="500360" y="387628"/>
                    <a:pt x="541000" y="386358"/>
                    <a:pt x="561320" y="397788"/>
                  </a:cubicBezTo>
                  <a:cubicBezTo>
                    <a:pt x="582910" y="409218"/>
                    <a:pt x="603230" y="443508"/>
                    <a:pt x="607040" y="466368"/>
                  </a:cubicBezTo>
                  <a:cubicBezTo>
                    <a:pt x="610850" y="484148"/>
                    <a:pt x="604500" y="505738"/>
                    <a:pt x="594340" y="520978"/>
                  </a:cubicBezTo>
                  <a:cubicBezTo>
                    <a:pt x="585450" y="534948"/>
                    <a:pt x="570210" y="550188"/>
                    <a:pt x="551160" y="556538"/>
                  </a:cubicBezTo>
                  <a:cubicBezTo>
                    <a:pt x="529570" y="562888"/>
                    <a:pt x="490200" y="557808"/>
                    <a:pt x="469880" y="546378"/>
                  </a:cubicBezTo>
                  <a:cubicBezTo>
                    <a:pt x="453370" y="537488"/>
                    <a:pt x="441940" y="518438"/>
                    <a:pt x="436860" y="501928"/>
                  </a:cubicBezTo>
                  <a:cubicBezTo>
                    <a:pt x="431780" y="484148"/>
                    <a:pt x="431780" y="462558"/>
                    <a:pt x="436860" y="446048"/>
                  </a:cubicBezTo>
                  <a:cubicBezTo>
                    <a:pt x="443210" y="428268"/>
                    <a:pt x="459720" y="421918"/>
                    <a:pt x="471150" y="401598"/>
                  </a:cubicBezTo>
                  <a:cubicBezTo>
                    <a:pt x="491470" y="366038"/>
                    <a:pt x="515600" y="277138"/>
                    <a:pt x="534650" y="246658"/>
                  </a:cubicBezTo>
                  <a:cubicBezTo>
                    <a:pt x="543540" y="230148"/>
                    <a:pt x="551160" y="222528"/>
                    <a:pt x="562590" y="214908"/>
                  </a:cubicBezTo>
                  <a:cubicBezTo>
                    <a:pt x="572750" y="207288"/>
                    <a:pt x="587990" y="202208"/>
                    <a:pt x="600690" y="200938"/>
                  </a:cubicBezTo>
                  <a:cubicBezTo>
                    <a:pt x="614660" y="199668"/>
                    <a:pt x="628630" y="199668"/>
                    <a:pt x="642600" y="206018"/>
                  </a:cubicBezTo>
                  <a:cubicBezTo>
                    <a:pt x="657840" y="213638"/>
                    <a:pt x="678160" y="225068"/>
                    <a:pt x="688320" y="246658"/>
                  </a:cubicBezTo>
                  <a:cubicBezTo>
                    <a:pt x="703560" y="282218"/>
                    <a:pt x="703560" y="357148"/>
                    <a:pt x="693400" y="415568"/>
                  </a:cubicBezTo>
                  <a:cubicBezTo>
                    <a:pt x="680700" y="482878"/>
                    <a:pt x="634980" y="574318"/>
                    <a:pt x="605770" y="627658"/>
                  </a:cubicBezTo>
                  <a:cubicBezTo>
                    <a:pt x="587990" y="661948"/>
                    <a:pt x="576560" y="679728"/>
                    <a:pt x="551160" y="707668"/>
                  </a:cubicBezTo>
                  <a:cubicBezTo>
                    <a:pt x="514330" y="749578"/>
                    <a:pt x="453370" y="819428"/>
                    <a:pt x="394950" y="842288"/>
                  </a:cubicBezTo>
                  <a:cubicBezTo>
                    <a:pt x="340340" y="863878"/>
                    <a:pt x="261600" y="866418"/>
                    <a:pt x="214610" y="851178"/>
                  </a:cubicBezTo>
                  <a:cubicBezTo>
                    <a:pt x="179050" y="838478"/>
                    <a:pt x="146030" y="807998"/>
                    <a:pt x="130790" y="781328"/>
                  </a:cubicBezTo>
                  <a:cubicBezTo>
                    <a:pt x="116820" y="758468"/>
                    <a:pt x="118090" y="731798"/>
                    <a:pt x="116820" y="705128"/>
                  </a:cubicBezTo>
                  <a:cubicBezTo>
                    <a:pt x="115550" y="677188"/>
                    <a:pt x="116820" y="658138"/>
                    <a:pt x="123170" y="618768"/>
                  </a:cubicBezTo>
                  <a:cubicBezTo>
                    <a:pt x="138410" y="527328"/>
                    <a:pt x="200640" y="277138"/>
                    <a:pt x="234930" y="174268"/>
                  </a:cubicBezTo>
                  <a:cubicBezTo>
                    <a:pt x="253980" y="115848"/>
                    <a:pt x="264140" y="72668"/>
                    <a:pt x="288270" y="42188"/>
                  </a:cubicBezTo>
                  <a:cubicBezTo>
                    <a:pt x="306050" y="20598"/>
                    <a:pt x="330180" y="2818"/>
                    <a:pt x="353040" y="278"/>
                  </a:cubicBezTo>
                  <a:cubicBezTo>
                    <a:pt x="374630" y="-2262"/>
                    <a:pt x="408920" y="12978"/>
                    <a:pt x="424160" y="29488"/>
                  </a:cubicBezTo>
                  <a:cubicBezTo>
                    <a:pt x="436860" y="43458"/>
                    <a:pt x="440670" y="62508"/>
                    <a:pt x="443210" y="84098"/>
                  </a:cubicBezTo>
                  <a:cubicBezTo>
                    <a:pt x="448290" y="115848"/>
                    <a:pt x="441940" y="161568"/>
                    <a:pt x="435590" y="198398"/>
                  </a:cubicBezTo>
                  <a:cubicBezTo>
                    <a:pt x="430510" y="237768"/>
                    <a:pt x="417810" y="259358"/>
                    <a:pt x="406380" y="312698"/>
                  </a:cubicBezTo>
                  <a:cubicBezTo>
                    <a:pt x="378440" y="439698"/>
                    <a:pt x="333990" y="816888"/>
                    <a:pt x="302240" y="956588"/>
                  </a:cubicBezTo>
                  <a:cubicBezTo>
                    <a:pt x="285730" y="1026438"/>
                    <a:pt x="271760" y="1078508"/>
                    <a:pt x="253980" y="1108988"/>
                  </a:cubicBezTo>
                  <a:cubicBezTo>
                    <a:pt x="246360" y="1124228"/>
                    <a:pt x="240010" y="1131848"/>
                    <a:pt x="227310" y="1139468"/>
                  </a:cubicBezTo>
                  <a:cubicBezTo>
                    <a:pt x="213340" y="1148358"/>
                    <a:pt x="187940" y="1157248"/>
                    <a:pt x="170160" y="1154708"/>
                  </a:cubicBezTo>
                  <a:cubicBezTo>
                    <a:pt x="151110" y="1152168"/>
                    <a:pt x="128250" y="1139468"/>
                    <a:pt x="116820" y="1126768"/>
                  </a:cubicBezTo>
                  <a:cubicBezTo>
                    <a:pt x="106660" y="1117878"/>
                    <a:pt x="101580" y="1107718"/>
                    <a:pt x="97770" y="1091208"/>
                  </a:cubicBezTo>
                  <a:cubicBezTo>
                    <a:pt x="88880" y="1061998"/>
                    <a:pt x="99040" y="1006118"/>
                    <a:pt x="92690" y="957858"/>
                  </a:cubicBezTo>
                  <a:cubicBezTo>
                    <a:pt x="85070" y="901978"/>
                    <a:pt x="59670" y="852448"/>
                    <a:pt x="50780" y="780058"/>
                  </a:cubicBezTo>
                  <a:cubicBezTo>
                    <a:pt x="38080" y="664488"/>
                    <a:pt x="33000" y="429538"/>
                    <a:pt x="48240" y="335558"/>
                  </a:cubicBezTo>
                  <a:cubicBezTo>
                    <a:pt x="54590" y="289838"/>
                    <a:pt x="60940" y="254278"/>
                    <a:pt x="79990" y="236498"/>
                  </a:cubicBezTo>
                  <a:cubicBezTo>
                    <a:pt x="93960" y="222528"/>
                    <a:pt x="120630" y="219988"/>
                    <a:pt x="138410" y="221258"/>
                  </a:cubicBezTo>
                  <a:cubicBezTo>
                    <a:pt x="152380" y="221258"/>
                    <a:pt x="165080" y="227608"/>
                    <a:pt x="176510" y="235228"/>
                  </a:cubicBezTo>
                  <a:cubicBezTo>
                    <a:pt x="186670" y="241578"/>
                    <a:pt x="196830" y="253008"/>
                    <a:pt x="203180" y="264438"/>
                  </a:cubicBezTo>
                  <a:cubicBezTo>
                    <a:pt x="209530" y="275868"/>
                    <a:pt x="214610" y="289838"/>
                    <a:pt x="214610" y="303808"/>
                  </a:cubicBezTo>
                  <a:cubicBezTo>
                    <a:pt x="214610" y="316508"/>
                    <a:pt x="210800" y="331748"/>
                    <a:pt x="205720" y="343178"/>
                  </a:cubicBezTo>
                  <a:cubicBezTo>
                    <a:pt x="199370" y="354608"/>
                    <a:pt x="179050" y="372388"/>
                    <a:pt x="179050" y="373658"/>
                  </a:cubicBezTo>
                  <a:cubicBezTo>
                    <a:pt x="180320" y="374928"/>
                    <a:pt x="190480" y="362228"/>
                    <a:pt x="193020" y="363498"/>
                  </a:cubicBezTo>
                  <a:cubicBezTo>
                    <a:pt x="198100" y="367308"/>
                    <a:pt x="175240" y="421918"/>
                    <a:pt x="171430" y="461288"/>
                  </a:cubicBezTo>
                  <a:cubicBezTo>
                    <a:pt x="165080" y="519708"/>
                    <a:pt x="170160" y="607338"/>
                    <a:pt x="171430" y="683538"/>
                  </a:cubicBezTo>
                  <a:cubicBezTo>
                    <a:pt x="172700" y="763548"/>
                    <a:pt x="173970" y="852448"/>
                    <a:pt x="182860" y="929918"/>
                  </a:cubicBezTo>
                  <a:cubicBezTo>
                    <a:pt x="190480" y="1001038"/>
                    <a:pt x="215880" y="1078508"/>
                    <a:pt x="220960" y="1130578"/>
                  </a:cubicBezTo>
                  <a:cubicBezTo>
                    <a:pt x="223500" y="1162328"/>
                    <a:pt x="224770" y="1183918"/>
                    <a:pt x="219690" y="1206778"/>
                  </a:cubicBezTo>
                  <a:cubicBezTo>
                    <a:pt x="215880" y="1228368"/>
                    <a:pt x="209530" y="1251228"/>
                    <a:pt x="198100" y="1265198"/>
                  </a:cubicBezTo>
                  <a:cubicBezTo>
                    <a:pt x="189210" y="1275358"/>
                    <a:pt x="176510" y="1282978"/>
                    <a:pt x="163810" y="1288058"/>
                  </a:cubicBezTo>
                  <a:cubicBezTo>
                    <a:pt x="152380" y="1293138"/>
                    <a:pt x="137140" y="1294408"/>
                    <a:pt x="123170" y="1293138"/>
                  </a:cubicBezTo>
                  <a:cubicBezTo>
                    <a:pt x="110470" y="1291868"/>
                    <a:pt x="95230" y="1285518"/>
                    <a:pt x="85070" y="1277898"/>
                  </a:cubicBezTo>
                  <a:cubicBezTo>
                    <a:pt x="73640" y="1270278"/>
                    <a:pt x="63480" y="1258848"/>
                    <a:pt x="57130" y="1247418"/>
                  </a:cubicBezTo>
                  <a:cubicBezTo>
                    <a:pt x="50780" y="1235988"/>
                    <a:pt x="49510" y="1224558"/>
                    <a:pt x="48240" y="1206778"/>
                  </a:cubicBezTo>
                  <a:cubicBezTo>
                    <a:pt x="44430" y="1173758"/>
                    <a:pt x="44430" y="1116608"/>
                    <a:pt x="50780" y="1059458"/>
                  </a:cubicBezTo>
                  <a:cubicBezTo>
                    <a:pt x="60940" y="976908"/>
                    <a:pt x="107930" y="833398"/>
                    <a:pt x="118090" y="764818"/>
                  </a:cubicBezTo>
                  <a:cubicBezTo>
                    <a:pt x="123170" y="727988"/>
                    <a:pt x="115550" y="711478"/>
                    <a:pt x="123170" y="678458"/>
                  </a:cubicBezTo>
                  <a:cubicBezTo>
                    <a:pt x="134600" y="628928"/>
                    <a:pt x="170160" y="527328"/>
                    <a:pt x="200640" y="496848"/>
                  </a:cubicBezTo>
                  <a:cubicBezTo>
                    <a:pt x="217150" y="480338"/>
                    <a:pt x="240010" y="476528"/>
                    <a:pt x="256520" y="473988"/>
                  </a:cubicBezTo>
                  <a:cubicBezTo>
                    <a:pt x="270490" y="473988"/>
                    <a:pt x="284460" y="477798"/>
                    <a:pt x="297160" y="484148"/>
                  </a:cubicBezTo>
                  <a:cubicBezTo>
                    <a:pt x="308590" y="489228"/>
                    <a:pt x="317480" y="495578"/>
                    <a:pt x="327640" y="510818"/>
                  </a:cubicBezTo>
                  <a:cubicBezTo>
                    <a:pt x="351770" y="545108"/>
                    <a:pt x="387330" y="634008"/>
                    <a:pt x="400030" y="710208"/>
                  </a:cubicBezTo>
                  <a:cubicBezTo>
                    <a:pt x="417810" y="806728"/>
                    <a:pt x="411460" y="983258"/>
                    <a:pt x="400030" y="1048028"/>
                  </a:cubicBezTo>
                  <a:cubicBezTo>
                    <a:pt x="394950" y="1074698"/>
                    <a:pt x="388600" y="1089938"/>
                    <a:pt x="378440" y="1103908"/>
                  </a:cubicBezTo>
                  <a:cubicBezTo>
                    <a:pt x="369550" y="1115338"/>
                    <a:pt x="356850" y="1121688"/>
                    <a:pt x="345420" y="1126768"/>
                  </a:cubicBezTo>
                  <a:cubicBezTo>
                    <a:pt x="332720" y="1130578"/>
                    <a:pt x="318750" y="1133118"/>
                    <a:pt x="304780" y="1130578"/>
                  </a:cubicBezTo>
                  <a:cubicBezTo>
                    <a:pt x="292080" y="1129308"/>
                    <a:pt x="278110" y="1125498"/>
                    <a:pt x="267950" y="1116608"/>
                  </a:cubicBezTo>
                  <a:cubicBezTo>
                    <a:pt x="253980" y="1106448"/>
                    <a:pt x="241280" y="1091208"/>
                    <a:pt x="233660" y="1067078"/>
                  </a:cubicBezTo>
                  <a:cubicBezTo>
                    <a:pt x="219690" y="1021358"/>
                    <a:pt x="232390" y="922298"/>
                    <a:pt x="237470" y="842288"/>
                  </a:cubicBezTo>
                  <a:cubicBezTo>
                    <a:pt x="243820" y="748308"/>
                    <a:pt x="255250" y="625118"/>
                    <a:pt x="273030" y="541298"/>
                  </a:cubicBezTo>
                  <a:cubicBezTo>
                    <a:pt x="285730" y="477798"/>
                    <a:pt x="308590" y="437158"/>
                    <a:pt x="321290" y="377468"/>
                  </a:cubicBezTo>
                  <a:cubicBezTo>
                    <a:pt x="335260" y="307618"/>
                    <a:pt x="326370" y="203478"/>
                    <a:pt x="349230" y="150138"/>
                  </a:cubicBezTo>
                  <a:cubicBezTo>
                    <a:pt x="363200" y="115848"/>
                    <a:pt x="380980" y="89178"/>
                    <a:pt x="407650" y="76478"/>
                  </a:cubicBezTo>
                  <a:cubicBezTo>
                    <a:pt x="434320" y="62508"/>
                    <a:pt x="485120" y="58698"/>
                    <a:pt x="510520" y="73938"/>
                  </a:cubicBezTo>
                  <a:cubicBezTo>
                    <a:pt x="535920" y="90448"/>
                    <a:pt x="549890" y="136168"/>
                    <a:pt x="557510" y="175538"/>
                  </a:cubicBezTo>
                  <a:cubicBezTo>
                    <a:pt x="567670" y="226338"/>
                    <a:pt x="557510" y="296188"/>
                    <a:pt x="549890" y="355878"/>
                  </a:cubicBezTo>
                  <a:cubicBezTo>
                    <a:pt x="542270" y="416838"/>
                    <a:pt x="516870" y="482878"/>
                    <a:pt x="510520" y="537488"/>
                  </a:cubicBezTo>
                  <a:cubicBezTo>
                    <a:pt x="505440" y="580668"/>
                    <a:pt x="520680" y="620038"/>
                    <a:pt x="509250" y="655598"/>
                  </a:cubicBezTo>
                  <a:cubicBezTo>
                    <a:pt x="497820" y="691158"/>
                    <a:pt x="468610" y="729258"/>
                    <a:pt x="440670" y="748308"/>
                  </a:cubicBezTo>
                  <a:cubicBezTo>
                    <a:pt x="415270" y="763548"/>
                    <a:pt x="370820" y="783868"/>
                    <a:pt x="349230" y="766088"/>
                  </a:cubicBezTo>
                  <a:cubicBezTo>
                    <a:pt x="298430" y="722908"/>
                    <a:pt x="328910" y="307618"/>
                    <a:pt x="354310" y="228878"/>
                  </a:cubicBezTo>
                  <a:cubicBezTo>
                    <a:pt x="361930" y="203478"/>
                    <a:pt x="370820" y="193318"/>
                    <a:pt x="384790" y="183158"/>
                  </a:cubicBezTo>
                  <a:cubicBezTo>
                    <a:pt x="398760" y="174268"/>
                    <a:pt x="421620" y="167918"/>
                    <a:pt x="438130" y="170458"/>
                  </a:cubicBezTo>
                  <a:cubicBezTo>
                    <a:pt x="455910" y="172998"/>
                    <a:pt x="476230" y="183158"/>
                    <a:pt x="487660" y="195858"/>
                  </a:cubicBezTo>
                  <a:cubicBezTo>
                    <a:pt x="497820" y="208558"/>
                    <a:pt x="506710" y="246658"/>
                    <a:pt x="506710" y="246658"/>
                  </a:cubicBezTo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70" id="70"/>
          <p:cNvGrpSpPr/>
          <p:nvPr/>
        </p:nvGrpSpPr>
        <p:grpSpPr>
          <a:xfrm rot="0">
            <a:off x="7679055" y="2961322"/>
            <a:ext cx="245745" cy="387668"/>
            <a:chOff x="0" y="0"/>
            <a:chExt cx="327660" cy="516890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49737" y="50539"/>
              <a:ext cx="229213" cy="415639"/>
            </a:xfrm>
            <a:custGeom>
              <a:avLst/>
              <a:gdLst/>
              <a:ahLst/>
              <a:cxnLst/>
              <a:rect r="r" b="b" t="t" l="l"/>
              <a:pathLst>
                <a:path h="415639" w="229213">
                  <a:moveTo>
                    <a:pt x="29003" y="336811"/>
                  </a:moveTo>
                  <a:cubicBezTo>
                    <a:pt x="40433" y="33281"/>
                    <a:pt x="59483" y="14231"/>
                    <a:pt x="78533" y="5341"/>
                  </a:cubicBezTo>
                  <a:cubicBezTo>
                    <a:pt x="96313" y="-2279"/>
                    <a:pt x="120443" y="-1009"/>
                    <a:pt x="136953" y="5341"/>
                  </a:cubicBezTo>
                  <a:cubicBezTo>
                    <a:pt x="153463" y="11691"/>
                    <a:pt x="168703" y="23121"/>
                    <a:pt x="180133" y="43441"/>
                  </a:cubicBezTo>
                  <a:cubicBezTo>
                    <a:pt x="201723" y="85351"/>
                    <a:pt x="210613" y="213621"/>
                    <a:pt x="204263" y="261881"/>
                  </a:cubicBezTo>
                  <a:cubicBezTo>
                    <a:pt x="201723" y="287281"/>
                    <a:pt x="194103" y="303791"/>
                    <a:pt x="183943" y="317761"/>
                  </a:cubicBezTo>
                  <a:cubicBezTo>
                    <a:pt x="175053" y="327921"/>
                    <a:pt x="162353" y="335541"/>
                    <a:pt x="150923" y="340621"/>
                  </a:cubicBezTo>
                  <a:cubicBezTo>
                    <a:pt x="138223" y="344431"/>
                    <a:pt x="124253" y="346971"/>
                    <a:pt x="110283" y="344431"/>
                  </a:cubicBezTo>
                  <a:cubicBezTo>
                    <a:pt x="93773" y="341891"/>
                    <a:pt x="70913" y="331731"/>
                    <a:pt x="58213" y="317761"/>
                  </a:cubicBezTo>
                  <a:cubicBezTo>
                    <a:pt x="45513" y="303791"/>
                    <a:pt x="34083" y="280931"/>
                    <a:pt x="37893" y="261881"/>
                  </a:cubicBezTo>
                  <a:cubicBezTo>
                    <a:pt x="41703" y="237751"/>
                    <a:pt x="105203" y="206001"/>
                    <a:pt x="100123" y="185681"/>
                  </a:cubicBezTo>
                  <a:cubicBezTo>
                    <a:pt x="95043" y="166631"/>
                    <a:pt x="20113" y="166631"/>
                    <a:pt x="6143" y="143771"/>
                  </a:cubicBezTo>
                  <a:cubicBezTo>
                    <a:pt x="-5287" y="123451"/>
                    <a:pt x="2333" y="84081"/>
                    <a:pt x="12493" y="63761"/>
                  </a:cubicBezTo>
                  <a:cubicBezTo>
                    <a:pt x="21383" y="47251"/>
                    <a:pt x="39163" y="35821"/>
                    <a:pt x="55673" y="29471"/>
                  </a:cubicBezTo>
                  <a:cubicBezTo>
                    <a:pt x="72183" y="23121"/>
                    <a:pt x="93773" y="23121"/>
                    <a:pt x="110283" y="28201"/>
                  </a:cubicBezTo>
                  <a:cubicBezTo>
                    <a:pt x="126793" y="33281"/>
                    <a:pt x="144573" y="45981"/>
                    <a:pt x="154733" y="59951"/>
                  </a:cubicBezTo>
                  <a:cubicBezTo>
                    <a:pt x="164893" y="73921"/>
                    <a:pt x="172513" y="94241"/>
                    <a:pt x="171243" y="112021"/>
                  </a:cubicBezTo>
                  <a:cubicBezTo>
                    <a:pt x="168703" y="134881"/>
                    <a:pt x="150923" y="169171"/>
                    <a:pt x="130603" y="181871"/>
                  </a:cubicBezTo>
                  <a:cubicBezTo>
                    <a:pt x="111553" y="194571"/>
                    <a:pt x="72183" y="198381"/>
                    <a:pt x="50593" y="188221"/>
                  </a:cubicBezTo>
                  <a:cubicBezTo>
                    <a:pt x="29003" y="179331"/>
                    <a:pt x="4873" y="148851"/>
                    <a:pt x="1063" y="125991"/>
                  </a:cubicBezTo>
                  <a:cubicBezTo>
                    <a:pt x="-4017" y="103131"/>
                    <a:pt x="9953" y="66301"/>
                    <a:pt x="25193" y="49791"/>
                  </a:cubicBezTo>
                  <a:cubicBezTo>
                    <a:pt x="36623" y="35821"/>
                    <a:pt x="56943" y="26931"/>
                    <a:pt x="73453" y="25661"/>
                  </a:cubicBezTo>
                  <a:cubicBezTo>
                    <a:pt x="91233" y="23121"/>
                    <a:pt x="112823" y="25661"/>
                    <a:pt x="128063" y="35821"/>
                  </a:cubicBezTo>
                  <a:cubicBezTo>
                    <a:pt x="143303" y="47251"/>
                    <a:pt x="148383" y="76461"/>
                    <a:pt x="164893" y="94241"/>
                  </a:cubicBezTo>
                  <a:cubicBezTo>
                    <a:pt x="181403" y="113291"/>
                    <a:pt x="216963" y="119641"/>
                    <a:pt x="225853" y="143771"/>
                  </a:cubicBezTo>
                  <a:cubicBezTo>
                    <a:pt x="238553" y="176791"/>
                    <a:pt x="211883" y="251721"/>
                    <a:pt x="201723" y="282201"/>
                  </a:cubicBezTo>
                  <a:cubicBezTo>
                    <a:pt x="196643" y="298711"/>
                    <a:pt x="192833" y="307601"/>
                    <a:pt x="183943" y="317761"/>
                  </a:cubicBezTo>
                  <a:cubicBezTo>
                    <a:pt x="171243" y="329191"/>
                    <a:pt x="149653" y="343161"/>
                    <a:pt x="130603" y="344431"/>
                  </a:cubicBezTo>
                  <a:cubicBezTo>
                    <a:pt x="112823" y="346971"/>
                    <a:pt x="88693" y="341891"/>
                    <a:pt x="73453" y="330461"/>
                  </a:cubicBezTo>
                  <a:cubicBezTo>
                    <a:pt x="58213" y="320301"/>
                    <a:pt x="46783" y="301251"/>
                    <a:pt x="37893" y="279661"/>
                  </a:cubicBezTo>
                  <a:cubicBezTo>
                    <a:pt x="26463" y="249181"/>
                    <a:pt x="26463" y="199651"/>
                    <a:pt x="25193" y="161551"/>
                  </a:cubicBezTo>
                  <a:cubicBezTo>
                    <a:pt x="23923" y="127261"/>
                    <a:pt x="22653" y="86621"/>
                    <a:pt x="29003" y="62491"/>
                  </a:cubicBezTo>
                  <a:cubicBezTo>
                    <a:pt x="32813" y="47251"/>
                    <a:pt x="36623" y="37091"/>
                    <a:pt x="46783" y="28201"/>
                  </a:cubicBezTo>
                  <a:cubicBezTo>
                    <a:pt x="62023" y="14231"/>
                    <a:pt x="95043" y="-2279"/>
                    <a:pt x="117903" y="261"/>
                  </a:cubicBezTo>
                  <a:cubicBezTo>
                    <a:pt x="139493" y="4071"/>
                    <a:pt x="166163" y="18041"/>
                    <a:pt x="180133" y="43441"/>
                  </a:cubicBezTo>
                  <a:cubicBezTo>
                    <a:pt x="208073" y="95511"/>
                    <a:pt x="196643" y="279661"/>
                    <a:pt x="186483" y="336811"/>
                  </a:cubicBezTo>
                  <a:cubicBezTo>
                    <a:pt x="181403" y="362211"/>
                    <a:pt x="177593" y="376181"/>
                    <a:pt x="166163" y="388881"/>
                  </a:cubicBezTo>
                  <a:cubicBezTo>
                    <a:pt x="154733" y="401581"/>
                    <a:pt x="135683" y="414281"/>
                    <a:pt x="117903" y="415551"/>
                  </a:cubicBezTo>
                  <a:cubicBezTo>
                    <a:pt x="96313" y="416821"/>
                    <a:pt x="63293" y="404121"/>
                    <a:pt x="49323" y="388881"/>
                  </a:cubicBezTo>
                  <a:cubicBezTo>
                    <a:pt x="36623" y="376181"/>
                    <a:pt x="29003" y="336811"/>
                    <a:pt x="29003" y="336811"/>
                  </a:cubicBezTo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72" id="72"/>
          <p:cNvGrpSpPr/>
          <p:nvPr/>
        </p:nvGrpSpPr>
        <p:grpSpPr>
          <a:xfrm rot="0">
            <a:off x="6846570" y="3078480"/>
            <a:ext cx="1062038" cy="1047750"/>
            <a:chOff x="0" y="0"/>
            <a:chExt cx="1416050" cy="1397000"/>
          </a:xfrm>
        </p:grpSpPr>
        <p:sp>
          <p:nvSpPr>
            <p:cNvPr name="Freeform 73" id="73"/>
            <p:cNvSpPr/>
            <p:nvPr/>
          </p:nvSpPr>
          <p:spPr>
            <a:xfrm flipH="false" flipV="false" rot="0">
              <a:off x="50560" y="46340"/>
              <a:ext cx="1314690" cy="1299224"/>
            </a:xfrm>
            <a:custGeom>
              <a:avLst/>
              <a:gdLst/>
              <a:ahLst/>
              <a:cxnLst/>
              <a:rect r="r" b="b" t="t" l="l"/>
              <a:pathLst>
                <a:path h="1299224" w="1314690">
                  <a:moveTo>
                    <a:pt x="240" y="879490"/>
                  </a:moveTo>
                  <a:cubicBezTo>
                    <a:pt x="87870" y="761380"/>
                    <a:pt x="129780" y="742330"/>
                    <a:pt x="169150" y="725820"/>
                  </a:cubicBezTo>
                  <a:cubicBezTo>
                    <a:pt x="209790" y="706770"/>
                    <a:pt x="256780" y="692800"/>
                    <a:pt x="299960" y="682640"/>
                  </a:cubicBezTo>
                  <a:cubicBezTo>
                    <a:pt x="343140" y="672480"/>
                    <a:pt x="399020" y="667400"/>
                    <a:pt x="429500" y="666130"/>
                  </a:cubicBezTo>
                  <a:cubicBezTo>
                    <a:pt x="447280" y="666130"/>
                    <a:pt x="463790" y="672480"/>
                    <a:pt x="470140" y="669940"/>
                  </a:cubicBezTo>
                  <a:cubicBezTo>
                    <a:pt x="472680" y="668670"/>
                    <a:pt x="471410" y="667400"/>
                    <a:pt x="473950" y="663590"/>
                  </a:cubicBezTo>
                  <a:cubicBezTo>
                    <a:pt x="485380" y="652160"/>
                    <a:pt x="562850" y="591200"/>
                    <a:pt x="573010" y="578500"/>
                  </a:cubicBezTo>
                  <a:cubicBezTo>
                    <a:pt x="575550" y="575960"/>
                    <a:pt x="574280" y="574690"/>
                    <a:pt x="576820" y="572150"/>
                  </a:cubicBezTo>
                  <a:cubicBezTo>
                    <a:pt x="585710" y="564530"/>
                    <a:pt x="621270" y="540400"/>
                    <a:pt x="645400" y="534050"/>
                  </a:cubicBezTo>
                  <a:cubicBezTo>
                    <a:pt x="668260" y="528970"/>
                    <a:pt x="707630" y="550560"/>
                    <a:pt x="720330" y="537860"/>
                  </a:cubicBezTo>
                  <a:cubicBezTo>
                    <a:pt x="735570" y="523890"/>
                    <a:pt x="717790" y="470550"/>
                    <a:pt x="720330" y="440070"/>
                  </a:cubicBezTo>
                  <a:cubicBezTo>
                    <a:pt x="724140" y="413400"/>
                    <a:pt x="733030" y="391810"/>
                    <a:pt x="736840" y="365140"/>
                  </a:cubicBezTo>
                  <a:cubicBezTo>
                    <a:pt x="740650" y="338470"/>
                    <a:pt x="739380" y="311800"/>
                    <a:pt x="743190" y="283860"/>
                  </a:cubicBezTo>
                  <a:cubicBezTo>
                    <a:pt x="748270" y="254650"/>
                    <a:pt x="757160" y="221630"/>
                    <a:pt x="764780" y="193690"/>
                  </a:cubicBezTo>
                  <a:cubicBezTo>
                    <a:pt x="772400" y="168290"/>
                    <a:pt x="777480" y="147970"/>
                    <a:pt x="787640" y="121300"/>
                  </a:cubicBezTo>
                  <a:cubicBezTo>
                    <a:pt x="800340" y="87010"/>
                    <a:pt x="811770" y="26050"/>
                    <a:pt x="839710" y="9540"/>
                  </a:cubicBezTo>
                  <a:cubicBezTo>
                    <a:pt x="865110" y="-6970"/>
                    <a:pt x="922260" y="650"/>
                    <a:pt x="943850" y="12080"/>
                  </a:cubicBezTo>
                  <a:cubicBezTo>
                    <a:pt x="956550" y="18430"/>
                    <a:pt x="965440" y="40020"/>
                    <a:pt x="966710" y="40020"/>
                  </a:cubicBezTo>
                  <a:cubicBezTo>
                    <a:pt x="966710" y="40020"/>
                    <a:pt x="971790" y="34940"/>
                    <a:pt x="974330" y="32400"/>
                  </a:cubicBezTo>
                  <a:cubicBezTo>
                    <a:pt x="975600" y="29860"/>
                    <a:pt x="980680" y="24780"/>
                    <a:pt x="980680" y="24780"/>
                  </a:cubicBezTo>
                  <a:cubicBezTo>
                    <a:pt x="980680" y="24780"/>
                    <a:pt x="987030" y="20970"/>
                    <a:pt x="989570" y="19700"/>
                  </a:cubicBezTo>
                  <a:cubicBezTo>
                    <a:pt x="992110" y="17160"/>
                    <a:pt x="998460" y="13350"/>
                    <a:pt x="998460" y="13350"/>
                  </a:cubicBezTo>
                  <a:cubicBezTo>
                    <a:pt x="998460" y="13350"/>
                    <a:pt x="1004810" y="10810"/>
                    <a:pt x="1007350" y="10810"/>
                  </a:cubicBezTo>
                  <a:cubicBezTo>
                    <a:pt x="1011160" y="9540"/>
                    <a:pt x="1017510" y="7000"/>
                    <a:pt x="1017510" y="7000"/>
                  </a:cubicBezTo>
                  <a:cubicBezTo>
                    <a:pt x="1017510" y="7000"/>
                    <a:pt x="1025130" y="5730"/>
                    <a:pt x="1027670" y="5730"/>
                  </a:cubicBezTo>
                  <a:cubicBezTo>
                    <a:pt x="1031480" y="5730"/>
                    <a:pt x="1037830" y="4460"/>
                    <a:pt x="1037830" y="4460"/>
                  </a:cubicBezTo>
                  <a:cubicBezTo>
                    <a:pt x="1037830" y="4460"/>
                    <a:pt x="1045450" y="5730"/>
                    <a:pt x="1047990" y="5730"/>
                  </a:cubicBezTo>
                  <a:cubicBezTo>
                    <a:pt x="1051800" y="7000"/>
                    <a:pt x="1058150" y="8270"/>
                    <a:pt x="1058150" y="8270"/>
                  </a:cubicBezTo>
                  <a:cubicBezTo>
                    <a:pt x="1058150" y="8270"/>
                    <a:pt x="1064500" y="10810"/>
                    <a:pt x="1068310" y="12080"/>
                  </a:cubicBezTo>
                  <a:cubicBezTo>
                    <a:pt x="1070850" y="13350"/>
                    <a:pt x="1077200" y="15890"/>
                    <a:pt x="1077200" y="15890"/>
                  </a:cubicBezTo>
                  <a:cubicBezTo>
                    <a:pt x="1078470" y="15890"/>
                    <a:pt x="1083550" y="19700"/>
                    <a:pt x="1086090" y="22240"/>
                  </a:cubicBezTo>
                  <a:cubicBezTo>
                    <a:pt x="1088630" y="23510"/>
                    <a:pt x="1094980" y="27320"/>
                    <a:pt x="1094980" y="27320"/>
                  </a:cubicBezTo>
                  <a:cubicBezTo>
                    <a:pt x="1094980" y="27320"/>
                    <a:pt x="1098790" y="32400"/>
                    <a:pt x="1101330" y="34940"/>
                  </a:cubicBezTo>
                  <a:cubicBezTo>
                    <a:pt x="1103870" y="38750"/>
                    <a:pt x="1107680" y="43830"/>
                    <a:pt x="1107680" y="43830"/>
                  </a:cubicBezTo>
                  <a:cubicBezTo>
                    <a:pt x="1107680" y="43830"/>
                    <a:pt x="1110220" y="50180"/>
                    <a:pt x="1112760" y="52720"/>
                  </a:cubicBezTo>
                  <a:cubicBezTo>
                    <a:pt x="1114030" y="55260"/>
                    <a:pt x="1116570" y="61610"/>
                    <a:pt x="1116570" y="61610"/>
                  </a:cubicBezTo>
                  <a:cubicBezTo>
                    <a:pt x="1116570" y="61610"/>
                    <a:pt x="1117840" y="69230"/>
                    <a:pt x="1119110" y="71770"/>
                  </a:cubicBezTo>
                  <a:cubicBezTo>
                    <a:pt x="1120380" y="75580"/>
                    <a:pt x="1121650" y="81930"/>
                    <a:pt x="1121650" y="81930"/>
                  </a:cubicBezTo>
                  <a:cubicBezTo>
                    <a:pt x="1121650" y="81930"/>
                    <a:pt x="1120380" y="112410"/>
                    <a:pt x="1124190" y="128920"/>
                  </a:cubicBezTo>
                  <a:cubicBezTo>
                    <a:pt x="1128000" y="151780"/>
                    <a:pt x="1140700" y="179720"/>
                    <a:pt x="1148320" y="206390"/>
                  </a:cubicBezTo>
                  <a:cubicBezTo>
                    <a:pt x="1154670" y="234330"/>
                    <a:pt x="1163560" y="264810"/>
                    <a:pt x="1166100" y="294020"/>
                  </a:cubicBezTo>
                  <a:cubicBezTo>
                    <a:pt x="1168640" y="320690"/>
                    <a:pt x="1163560" y="349900"/>
                    <a:pt x="1166100" y="372760"/>
                  </a:cubicBezTo>
                  <a:cubicBezTo>
                    <a:pt x="1168640" y="389270"/>
                    <a:pt x="1168640" y="407050"/>
                    <a:pt x="1176260" y="417210"/>
                  </a:cubicBezTo>
                  <a:cubicBezTo>
                    <a:pt x="1183880" y="426100"/>
                    <a:pt x="1199120" y="423560"/>
                    <a:pt x="1210550" y="431180"/>
                  </a:cubicBezTo>
                  <a:cubicBezTo>
                    <a:pt x="1223250" y="440070"/>
                    <a:pt x="1241030" y="460390"/>
                    <a:pt x="1249920" y="470550"/>
                  </a:cubicBezTo>
                  <a:cubicBezTo>
                    <a:pt x="1255000" y="476900"/>
                    <a:pt x="1258810" y="480710"/>
                    <a:pt x="1261350" y="485790"/>
                  </a:cubicBezTo>
                  <a:cubicBezTo>
                    <a:pt x="1265160" y="490870"/>
                    <a:pt x="1267700" y="497220"/>
                    <a:pt x="1268970" y="502300"/>
                  </a:cubicBezTo>
                  <a:cubicBezTo>
                    <a:pt x="1271510" y="508650"/>
                    <a:pt x="1272780" y="515000"/>
                    <a:pt x="1272780" y="521350"/>
                  </a:cubicBezTo>
                  <a:cubicBezTo>
                    <a:pt x="1272780" y="527700"/>
                    <a:pt x="1272780" y="534050"/>
                    <a:pt x="1271510" y="540400"/>
                  </a:cubicBezTo>
                  <a:cubicBezTo>
                    <a:pt x="1270240" y="546750"/>
                    <a:pt x="1268970" y="553100"/>
                    <a:pt x="1266430" y="558180"/>
                  </a:cubicBezTo>
                  <a:cubicBezTo>
                    <a:pt x="1263890" y="564530"/>
                    <a:pt x="1260080" y="569610"/>
                    <a:pt x="1256270" y="574690"/>
                  </a:cubicBezTo>
                  <a:cubicBezTo>
                    <a:pt x="1252460" y="579770"/>
                    <a:pt x="1247380" y="583580"/>
                    <a:pt x="1242300" y="587390"/>
                  </a:cubicBezTo>
                  <a:cubicBezTo>
                    <a:pt x="1237220" y="591200"/>
                    <a:pt x="1232140" y="595010"/>
                    <a:pt x="1227060" y="597550"/>
                  </a:cubicBezTo>
                  <a:cubicBezTo>
                    <a:pt x="1220710" y="600090"/>
                    <a:pt x="1214360" y="602630"/>
                    <a:pt x="1208010" y="603900"/>
                  </a:cubicBezTo>
                  <a:cubicBezTo>
                    <a:pt x="1201660" y="603900"/>
                    <a:pt x="1192770" y="605170"/>
                    <a:pt x="1188960" y="603900"/>
                  </a:cubicBezTo>
                  <a:cubicBezTo>
                    <a:pt x="1187690" y="603900"/>
                    <a:pt x="1187690" y="602630"/>
                    <a:pt x="1186420" y="603900"/>
                  </a:cubicBezTo>
                  <a:cubicBezTo>
                    <a:pt x="1183880" y="606440"/>
                    <a:pt x="1186420" y="633110"/>
                    <a:pt x="1186420" y="650890"/>
                  </a:cubicBezTo>
                  <a:cubicBezTo>
                    <a:pt x="1185150" y="676290"/>
                    <a:pt x="1183880" y="711850"/>
                    <a:pt x="1180070" y="739790"/>
                  </a:cubicBezTo>
                  <a:cubicBezTo>
                    <a:pt x="1176260" y="767730"/>
                    <a:pt x="1174990" y="793130"/>
                    <a:pt x="1166100" y="819800"/>
                  </a:cubicBezTo>
                  <a:cubicBezTo>
                    <a:pt x="1155940" y="846470"/>
                    <a:pt x="1119110" y="898540"/>
                    <a:pt x="1119110" y="899810"/>
                  </a:cubicBezTo>
                  <a:cubicBezTo>
                    <a:pt x="1119110" y="899810"/>
                    <a:pt x="1117840" y="906160"/>
                    <a:pt x="1117840" y="908700"/>
                  </a:cubicBezTo>
                  <a:cubicBezTo>
                    <a:pt x="1116570" y="912510"/>
                    <a:pt x="1115300" y="918860"/>
                    <a:pt x="1115300" y="918860"/>
                  </a:cubicBezTo>
                  <a:cubicBezTo>
                    <a:pt x="1115300" y="918860"/>
                    <a:pt x="1112760" y="925210"/>
                    <a:pt x="1111490" y="927750"/>
                  </a:cubicBezTo>
                  <a:cubicBezTo>
                    <a:pt x="1110220" y="931560"/>
                    <a:pt x="1107680" y="937910"/>
                    <a:pt x="1107680" y="937910"/>
                  </a:cubicBezTo>
                  <a:cubicBezTo>
                    <a:pt x="1107680" y="937910"/>
                    <a:pt x="1103870" y="942990"/>
                    <a:pt x="1101330" y="945530"/>
                  </a:cubicBezTo>
                  <a:cubicBezTo>
                    <a:pt x="1100060" y="948070"/>
                    <a:pt x="1094980" y="953150"/>
                    <a:pt x="1094980" y="953150"/>
                  </a:cubicBezTo>
                  <a:cubicBezTo>
                    <a:pt x="1094980" y="953150"/>
                    <a:pt x="1089900" y="958230"/>
                    <a:pt x="1087360" y="959500"/>
                  </a:cubicBezTo>
                  <a:cubicBezTo>
                    <a:pt x="1084820" y="962040"/>
                    <a:pt x="1079740" y="965850"/>
                    <a:pt x="1079740" y="965850"/>
                  </a:cubicBezTo>
                  <a:cubicBezTo>
                    <a:pt x="1079740" y="965850"/>
                    <a:pt x="1073390" y="969660"/>
                    <a:pt x="1070850" y="970930"/>
                  </a:cubicBezTo>
                  <a:cubicBezTo>
                    <a:pt x="1067040" y="972200"/>
                    <a:pt x="1061960" y="974740"/>
                    <a:pt x="1061960" y="974740"/>
                  </a:cubicBezTo>
                  <a:cubicBezTo>
                    <a:pt x="1060690" y="974740"/>
                    <a:pt x="1054340" y="976010"/>
                    <a:pt x="1051800" y="976010"/>
                  </a:cubicBezTo>
                  <a:cubicBezTo>
                    <a:pt x="1047990" y="977280"/>
                    <a:pt x="1041640" y="978550"/>
                    <a:pt x="1041640" y="978550"/>
                  </a:cubicBezTo>
                  <a:cubicBezTo>
                    <a:pt x="1041640" y="978550"/>
                    <a:pt x="1035290" y="978550"/>
                    <a:pt x="1031480" y="978550"/>
                  </a:cubicBezTo>
                  <a:cubicBezTo>
                    <a:pt x="1027670" y="977280"/>
                    <a:pt x="1021320" y="977280"/>
                    <a:pt x="1021320" y="977280"/>
                  </a:cubicBezTo>
                  <a:cubicBezTo>
                    <a:pt x="1021320" y="977280"/>
                    <a:pt x="1014970" y="976010"/>
                    <a:pt x="1011160" y="974740"/>
                  </a:cubicBezTo>
                  <a:cubicBezTo>
                    <a:pt x="1008620" y="973470"/>
                    <a:pt x="1002270" y="972200"/>
                    <a:pt x="1002270" y="972200"/>
                  </a:cubicBezTo>
                  <a:cubicBezTo>
                    <a:pt x="1002270" y="972200"/>
                    <a:pt x="995920" y="968390"/>
                    <a:pt x="993380" y="967120"/>
                  </a:cubicBezTo>
                  <a:cubicBezTo>
                    <a:pt x="990840" y="965850"/>
                    <a:pt x="988300" y="962040"/>
                    <a:pt x="987030" y="963310"/>
                  </a:cubicBezTo>
                  <a:cubicBezTo>
                    <a:pt x="983220" y="964580"/>
                    <a:pt x="987030" y="992520"/>
                    <a:pt x="987030" y="1009030"/>
                  </a:cubicBezTo>
                  <a:cubicBezTo>
                    <a:pt x="987030" y="1028080"/>
                    <a:pt x="978140" y="1063640"/>
                    <a:pt x="987030" y="1072530"/>
                  </a:cubicBezTo>
                  <a:cubicBezTo>
                    <a:pt x="993380" y="1078880"/>
                    <a:pt x="1004810" y="1072530"/>
                    <a:pt x="1018780" y="1072530"/>
                  </a:cubicBezTo>
                  <a:cubicBezTo>
                    <a:pt x="1040370" y="1072530"/>
                    <a:pt x="1083550" y="1071260"/>
                    <a:pt x="1108950" y="1072530"/>
                  </a:cubicBezTo>
                  <a:cubicBezTo>
                    <a:pt x="1128000" y="1073800"/>
                    <a:pt x="1154670" y="1080150"/>
                    <a:pt x="1158480" y="1080150"/>
                  </a:cubicBezTo>
                  <a:cubicBezTo>
                    <a:pt x="1159750" y="1078880"/>
                    <a:pt x="1164830" y="1078880"/>
                    <a:pt x="1168640" y="1077610"/>
                  </a:cubicBezTo>
                  <a:cubicBezTo>
                    <a:pt x="1171180" y="1076340"/>
                    <a:pt x="1174990" y="1075070"/>
                    <a:pt x="1177530" y="1073800"/>
                  </a:cubicBezTo>
                  <a:cubicBezTo>
                    <a:pt x="1180070" y="1073800"/>
                    <a:pt x="1181340" y="1073800"/>
                    <a:pt x="1182610" y="1073800"/>
                  </a:cubicBezTo>
                  <a:cubicBezTo>
                    <a:pt x="1183880" y="1073800"/>
                    <a:pt x="1185150" y="1072530"/>
                    <a:pt x="1187690" y="1072530"/>
                  </a:cubicBezTo>
                  <a:cubicBezTo>
                    <a:pt x="1190230" y="1072530"/>
                    <a:pt x="1194040" y="1073800"/>
                    <a:pt x="1196580" y="1073800"/>
                  </a:cubicBezTo>
                  <a:cubicBezTo>
                    <a:pt x="1200390" y="1073800"/>
                    <a:pt x="1204200" y="1072530"/>
                    <a:pt x="1206740" y="1073800"/>
                  </a:cubicBezTo>
                  <a:cubicBezTo>
                    <a:pt x="1208010" y="1073800"/>
                    <a:pt x="1209280" y="1075070"/>
                    <a:pt x="1211820" y="1075070"/>
                  </a:cubicBezTo>
                  <a:cubicBezTo>
                    <a:pt x="1213090" y="1075070"/>
                    <a:pt x="1214360" y="1075070"/>
                    <a:pt x="1215630" y="1075070"/>
                  </a:cubicBezTo>
                  <a:cubicBezTo>
                    <a:pt x="1218170" y="1076340"/>
                    <a:pt x="1221980" y="1077610"/>
                    <a:pt x="1224520" y="1078880"/>
                  </a:cubicBezTo>
                  <a:cubicBezTo>
                    <a:pt x="1228330" y="1080150"/>
                    <a:pt x="1232140" y="1080150"/>
                    <a:pt x="1234680" y="1081420"/>
                  </a:cubicBezTo>
                  <a:cubicBezTo>
                    <a:pt x="1235950" y="1082690"/>
                    <a:pt x="1237220" y="1083960"/>
                    <a:pt x="1238490" y="1085230"/>
                  </a:cubicBezTo>
                  <a:cubicBezTo>
                    <a:pt x="1239760" y="1085230"/>
                    <a:pt x="1241030" y="1085230"/>
                    <a:pt x="1242300" y="1086500"/>
                  </a:cubicBezTo>
                  <a:cubicBezTo>
                    <a:pt x="1244840" y="1087770"/>
                    <a:pt x="1247380" y="1091580"/>
                    <a:pt x="1249920" y="1092850"/>
                  </a:cubicBezTo>
                  <a:cubicBezTo>
                    <a:pt x="1252460" y="1095390"/>
                    <a:pt x="1256270" y="1097930"/>
                    <a:pt x="1257540" y="1099200"/>
                  </a:cubicBezTo>
                  <a:cubicBezTo>
                    <a:pt x="1258810" y="1099200"/>
                    <a:pt x="1258810" y="1100470"/>
                    <a:pt x="1260080" y="1101740"/>
                  </a:cubicBezTo>
                  <a:cubicBezTo>
                    <a:pt x="1260080" y="1101740"/>
                    <a:pt x="1261350" y="1101740"/>
                    <a:pt x="1262620" y="1103010"/>
                  </a:cubicBezTo>
                  <a:cubicBezTo>
                    <a:pt x="1263890" y="1103010"/>
                    <a:pt x="1271510" y="1106820"/>
                    <a:pt x="1271510" y="1106820"/>
                  </a:cubicBezTo>
                  <a:cubicBezTo>
                    <a:pt x="1271510" y="1106820"/>
                    <a:pt x="1277860" y="1111900"/>
                    <a:pt x="1280400" y="1113170"/>
                  </a:cubicBezTo>
                  <a:cubicBezTo>
                    <a:pt x="1282940" y="1115710"/>
                    <a:pt x="1288020" y="1120790"/>
                    <a:pt x="1289290" y="1120790"/>
                  </a:cubicBezTo>
                  <a:cubicBezTo>
                    <a:pt x="1289290" y="1120790"/>
                    <a:pt x="1293100" y="1125870"/>
                    <a:pt x="1295640" y="1128410"/>
                  </a:cubicBezTo>
                  <a:cubicBezTo>
                    <a:pt x="1296910" y="1132220"/>
                    <a:pt x="1301990" y="1137300"/>
                    <a:pt x="1301990" y="1137300"/>
                  </a:cubicBezTo>
                  <a:cubicBezTo>
                    <a:pt x="1301990" y="1137300"/>
                    <a:pt x="1304530" y="1143650"/>
                    <a:pt x="1305800" y="1147460"/>
                  </a:cubicBezTo>
                  <a:cubicBezTo>
                    <a:pt x="1307070" y="1151270"/>
                    <a:pt x="1310880" y="1157620"/>
                    <a:pt x="1310880" y="1157620"/>
                  </a:cubicBezTo>
                  <a:cubicBezTo>
                    <a:pt x="1310880" y="1157620"/>
                    <a:pt x="1312150" y="1163970"/>
                    <a:pt x="1312150" y="1167780"/>
                  </a:cubicBezTo>
                  <a:cubicBezTo>
                    <a:pt x="1313420" y="1171590"/>
                    <a:pt x="1314690" y="1177940"/>
                    <a:pt x="1314690" y="1179210"/>
                  </a:cubicBezTo>
                  <a:cubicBezTo>
                    <a:pt x="1314690" y="1179210"/>
                    <a:pt x="1313420" y="1185560"/>
                    <a:pt x="1313420" y="1189370"/>
                  </a:cubicBezTo>
                  <a:cubicBezTo>
                    <a:pt x="1313420" y="1193180"/>
                    <a:pt x="1312150" y="1199530"/>
                    <a:pt x="1312150" y="1200800"/>
                  </a:cubicBezTo>
                  <a:cubicBezTo>
                    <a:pt x="1312150" y="1200800"/>
                    <a:pt x="1310880" y="1207150"/>
                    <a:pt x="1309610" y="1210960"/>
                  </a:cubicBezTo>
                  <a:cubicBezTo>
                    <a:pt x="1308340" y="1213500"/>
                    <a:pt x="1305800" y="1221120"/>
                    <a:pt x="1305800" y="1221120"/>
                  </a:cubicBezTo>
                  <a:cubicBezTo>
                    <a:pt x="1305800" y="1221120"/>
                    <a:pt x="1301990" y="1227470"/>
                    <a:pt x="1300720" y="1230010"/>
                  </a:cubicBezTo>
                  <a:cubicBezTo>
                    <a:pt x="1298180" y="1232550"/>
                    <a:pt x="1294370" y="1238900"/>
                    <a:pt x="1294370" y="1238900"/>
                  </a:cubicBezTo>
                  <a:cubicBezTo>
                    <a:pt x="1294370" y="1238900"/>
                    <a:pt x="1289290" y="1243980"/>
                    <a:pt x="1286750" y="1246520"/>
                  </a:cubicBezTo>
                  <a:cubicBezTo>
                    <a:pt x="1284210" y="1249060"/>
                    <a:pt x="1279130" y="1254140"/>
                    <a:pt x="1279130" y="1254140"/>
                  </a:cubicBezTo>
                  <a:cubicBezTo>
                    <a:pt x="1279130" y="1254140"/>
                    <a:pt x="1272780" y="1257950"/>
                    <a:pt x="1270240" y="1259220"/>
                  </a:cubicBezTo>
                  <a:cubicBezTo>
                    <a:pt x="1266430" y="1261760"/>
                    <a:pt x="1261350" y="1265570"/>
                    <a:pt x="1260080" y="1265570"/>
                  </a:cubicBezTo>
                  <a:cubicBezTo>
                    <a:pt x="1260080" y="1265570"/>
                    <a:pt x="1253730" y="1266840"/>
                    <a:pt x="1249920" y="1268110"/>
                  </a:cubicBezTo>
                  <a:cubicBezTo>
                    <a:pt x="1247380" y="1269380"/>
                    <a:pt x="1239760" y="1271920"/>
                    <a:pt x="1239760" y="1271920"/>
                  </a:cubicBezTo>
                  <a:cubicBezTo>
                    <a:pt x="1239760" y="1271920"/>
                    <a:pt x="1232140" y="1271920"/>
                    <a:pt x="1229600" y="1271920"/>
                  </a:cubicBezTo>
                  <a:cubicBezTo>
                    <a:pt x="1225790" y="1271920"/>
                    <a:pt x="1218170" y="1273190"/>
                    <a:pt x="1218170" y="1273190"/>
                  </a:cubicBezTo>
                  <a:cubicBezTo>
                    <a:pt x="1218170" y="1273190"/>
                    <a:pt x="1211820" y="1270650"/>
                    <a:pt x="1208010" y="1270650"/>
                  </a:cubicBezTo>
                  <a:cubicBezTo>
                    <a:pt x="1204200" y="1269380"/>
                    <a:pt x="1202930" y="1269380"/>
                    <a:pt x="1196580" y="1268110"/>
                  </a:cubicBezTo>
                  <a:cubicBezTo>
                    <a:pt x="1182610" y="1265570"/>
                    <a:pt x="1139430" y="1254140"/>
                    <a:pt x="1108950" y="1251600"/>
                  </a:cubicBezTo>
                  <a:cubicBezTo>
                    <a:pt x="1079740" y="1249060"/>
                    <a:pt x="1049260" y="1251600"/>
                    <a:pt x="1018780" y="1251600"/>
                  </a:cubicBezTo>
                  <a:cubicBezTo>
                    <a:pt x="988300" y="1251600"/>
                    <a:pt x="957820" y="1251600"/>
                    <a:pt x="927340" y="1251600"/>
                  </a:cubicBezTo>
                  <a:cubicBezTo>
                    <a:pt x="896860" y="1251600"/>
                    <a:pt x="866380" y="1255410"/>
                    <a:pt x="837170" y="1251600"/>
                  </a:cubicBezTo>
                  <a:cubicBezTo>
                    <a:pt x="807960" y="1247790"/>
                    <a:pt x="769860" y="1228740"/>
                    <a:pt x="750810" y="1231280"/>
                  </a:cubicBezTo>
                  <a:cubicBezTo>
                    <a:pt x="741920" y="1231280"/>
                    <a:pt x="736840" y="1235090"/>
                    <a:pt x="731760" y="1240170"/>
                  </a:cubicBezTo>
                  <a:cubicBezTo>
                    <a:pt x="725410" y="1245250"/>
                    <a:pt x="724140" y="1255410"/>
                    <a:pt x="715250" y="1263030"/>
                  </a:cubicBezTo>
                  <a:cubicBezTo>
                    <a:pt x="696200" y="1277000"/>
                    <a:pt x="633970" y="1303670"/>
                    <a:pt x="612380" y="1298590"/>
                  </a:cubicBezTo>
                  <a:cubicBezTo>
                    <a:pt x="600950" y="1296050"/>
                    <a:pt x="599680" y="1278270"/>
                    <a:pt x="590790" y="1274460"/>
                  </a:cubicBezTo>
                  <a:cubicBezTo>
                    <a:pt x="583170" y="1270650"/>
                    <a:pt x="574280" y="1274460"/>
                    <a:pt x="562850" y="1274460"/>
                  </a:cubicBezTo>
                  <a:cubicBezTo>
                    <a:pt x="542530" y="1273190"/>
                    <a:pt x="508240" y="1277000"/>
                    <a:pt x="481570" y="1270650"/>
                  </a:cubicBezTo>
                  <a:cubicBezTo>
                    <a:pt x="456170" y="1264300"/>
                    <a:pt x="419340" y="1255410"/>
                    <a:pt x="407910" y="1238900"/>
                  </a:cubicBezTo>
                  <a:cubicBezTo>
                    <a:pt x="399020" y="1223660"/>
                    <a:pt x="419340" y="1190640"/>
                    <a:pt x="409180" y="1180480"/>
                  </a:cubicBezTo>
                  <a:cubicBezTo>
                    <a:pt x="396480" y="1166510"/>
                    <a:pt x="343140" y="1185560"/>
                    <a:pt x="321550" y="1176670"/>
                  </a:cubicBezTo>
                  <a:cubicBezTo>
                    <a:pt x="305040" y="1170320"/>
                    <a:pt x="299960" y="1153810"/>
                    <a:pt x="285990" y="1146190"/>
                  </a:cubicBezTo>
                  <a:cubicBezTo>
                    <a:pt x="268210" y="1136030"/>
                    <a:pt x="245350" y="1134760"/>
                    <a:pt x="221220" y="1128410"/>
                  </a:cubicBezTo>
                  <a:cubicBezTo>
                    <a:pt x="192010" y="1120790"/>
                    <a:pt x="152640" y="1113170"/>
                    <a:pt x="124700" y="1100470"/>
                  </a:cubicBezTo>
                  <a:cubicBezTo>
                    <a:pt x="98030" y="1089040"/>
                    <a:pt x="73900" y="1072530"/>
                    <a:pt x="53580" y="1054750"/>
                  </a:cubicBezTo>
                  <a:cubicBezTo>
                    <a:pt x="35800" y="1036970"/>
                    <a:pt x="19290" y="1016650"/>
                    <a:pt x="9130" y="992520"/>
                  </a:cubicBezTo>
                  <a:cubicBezTo>
                    <a:pt x="-2300" y="960770"/>
                    <a:pt x="240" y="879490"/>
                    <a:pt x="240" y="879490"/>
                  </a:cubicBezTo>
                  <a:moveTo>
                    <a:pt x="203440" y="893460"/>
                  </a:moveTo>
                  <a:cubicBezTo>
                    <a:pt x="252970" y="962040"/>
                    <a:pt x="256780" y="964580"/>
                    <a:pt x="263130" y="962040"/>
                  </a:cubicBezTo>
                  <a:cubicBezTo>
                    <a:pt x="275830" y="956960"/>
                    <a:pt x="289800" y="902350"/>
                    <a:pt x="302500" y="882030"/>
                  </a:cubicBezTo>
                  <a:cubicBezTo>
                    <a:pt x="311390" y="868060"/>
                    <a:pt x="329170" y="852820"/>
                    <a:pt x="326630" y="847740"/>
                  </a:cubicBezTo>
                  <a:cubicBezTo>
                    <a:pt x="322820" y="842660"/>
                    <a:pt x="291070" y="850280"/>
                    <a:pt x="272020" y="856630"/>
                  </a:cubicBezTo>
                  <a:cubicBezTo>
                    <a:pt x="250430" y="864250"/>
                    <a:pt x="203440" y="893460"/>
                    <a:pt x="203440" y="893460"/>
                  </a:cubicBezTo>
                  <a:moveTo>
                    <a:pt x="693660" y="755030"/>
                  </a:moveTo>
                  <a:cubicBezTo>
                    <a:pt x="698740" y="755030"/>
                    <a:pt x="716520" y="737250"/>
                    <a:pt x="715250" y="735980"/>
                  </a:cubicBezTo>
                  <a:cubicBezTo>
                    <a:pt x="715250" y="734710"/>
                    <a:pt x="711440" y="735980"/>
                    <a:pt x="710170" y="737250"/>
                  </a:cubicBezTo>
                  <a:cubicBezTo>
                    <a:pt x="705090" y="739790"/>
                    <a:pt x="693660" y="755030"/>
                    <a:pt x="693660" y="755030"/>
                  </a:cubicBezTo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74" id="74"/>
          <p:cNvGrpSpPr/>
          <p:nvPr/>
        </p:nvGrpSpPr>
        <p:grpSpPr>
          <a:xfrm rot="0">
            <a:off x="7753350" y="3890962"/>
            <a:ext cx="188595" cy="184785"/>
            <a:chOff x="0" y="0"/>
            <a:chExt cx="251460" cy="246380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50636" y="50746"/>
              <a:ext cx="148754" cy="147163"/>
            </a:xfrm>
            <a:custGeom>
              <a:avLst/>
              <a:gdLst/>
              <a:ahLst/>
              <a:cxnLst/>
              <a:rect r="r" b="b" t="t" l="l"/>
              <a:pathLst>
                <a:path h="147163" w="148754">
                  <a:moveTo>
                    <a:pt x="148754" y="52124"/>
                  </a:moveTo>
                  <a:cubicBezTo>
                    <a:pt x="129704" y="133404"/>
                    <a:pt x="119544" y="139754"/>
                    <a:pt x="106844" y="143564"/>
                  </a:cubicBezTo>
                  <a:cubicBezTo>
                    <a:pt x="90334" y="149914"/>
                    <a:pt x="53504" y="147374"/>
                    <a:pt x="36994" y="139754"/>
                  </a:cubicBezTo>
                  <a:cubicBezTo>
                    <a:pt x="24294" y="134674"/>
                    <a:pt x="16674" y="124514"/>
                    <a:pt x="10324" y="114354"/>
                  </a:cubicBezTo>
                  <a:cubicBezTo>
                    <a:pt x="5244" y="104194"/>
                    <a:pt x="-1106" y="92764"/>
                    <a:pt x="164" y="78794"/>
                  </a:cubicBezTo>
                  <a:cubicBezTo>
                    <a:pt x="1434" y="61014"/>
                    <a:pt x="15404" y="27994"/>
                    <a:pt x="29374" y="14024"/>
                  </a:cubicBezTo>
                  <a:cubicBezTo>
                    <a:pt x="38264" y="5134"/>
                    <a:pt x="49694" y="54"/>
                    <a:pt x="62394" y="54"/>
                  </a:cubicBezTo>
                  <a:cubicBezTo>
                    <a:pt x="80174" y="-1216"/>
                    <a:pt x="129704" y="20374"/>
                    <a:pt x="129704" y="20374"/>
                  </a:cubicBezTo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</p:grpSp>
      <p:sp>
        <p:nvSpPr>
          <p:cNvPr name="Freeform 76" id="76"/>
          <p:cNvSpPr/>
          <p:nvPr/>
        </p:nvSpPr>
        <p:spPr>
          <a:xfrm flipH="false" flipV="false" rot="0">
            <a:off x="16052783" y="114269"/>
            <a:ext cx="2036343" cy="902625"/>
          </a:xfrm>
          <a:custGeom>
            <a:avLst/>
            <a:gdLst/>
            <a:ahLst/>
            <a:cxnLst/>
            <a:rect r="r" b="b" t="t" l="l"/>
            <a:pathLst>
              <a:path h="902625" w="2036343">
                <a:moveTo>
                  <a:pt x="0" y="0"/>
                </a:moveTo>
                <a:lnTo>
                  <a:pt x="2036343" y="0"/>
                </a:lnTo>
                <a:lnTo>
                  <a:pt x="2036343" y="902625"/>
                </a:lnTo>
                <a:lnTo>
                  <a:pt x="0" y="90262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-1238" r="0" b="0"/>
            </a:stretch>
          </a:blipFill>
        </p:spPr>
      </p:sp>
      <p:sp>
        <p:nvSpPr>
          <p:cNvPr name="Freeform 77" id="77"/>
          <p:cNvSpPr/>
          <p:nvPr/>
        </p:nvSpPr>
        <p:spPr>
          <a:xfrm flipH="false" flipV="false" rot="0">
            <a:off x="1574132" y="2217721"/>
            <a:ext cx="2026318" cy="2026318"/>
          </a:xfrm>
          <a:custGeom>
            <a:avLst/>
            <a:gdLst/>
            <a:ahLst/>
            <a:cxnLst/>
            <a:rect r="r" b="b" t="t" l="l"/>
            <a:pathLst>
              <a:path h="2026318" w="2026318">
                <a:moveTo>
                  <a:pt x="0" y="0"/>
                </a:moveTo>
                <a:lnTo>
                  <a:pt x="2026318" y="0"/>
                </a:lnTo>
                <a:lnTo>
                  <a:pt x="2026318" y="2026318"/>
                </a:lnTo>
                <a:lnTo>
                  <a:pt x="0" y="202631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78" id="78"/>
          <p:cNvSpPr/>
          <p:nvPr/>
        </p:nvSpPr>
        <p:spPr>
          <a:xfrm flipH="false" flipV="false" rot="0">
            <a:off x="3876199" y="2400776"/>
            <a:ext cx="1648778" cy="1648778"/>
          </a:xfrm>
          <a:custGeom>
            <a:avLst/>
            <a:gdLst/>
            <a:ahLst/>
            <a:cxnLst/>
            <a:rect r="r" b="b" t="t" l="l"/>
            <a:pathLst>
              <a:path h="1648778" w="1648778">
                <a:moveTo>
                  <a:pt x="0" y="0"/>
                </a:moveTo>
                <a:lnTo>
                  <a:pt x="1648777" y="0"/>
                </a:lnTo>
                <a:lnTo>
                  <a:pt x="1648777" y="1648778"/>
                </a:lnTo>
                <a:lnTo>
                  <a:pt x="0" y="164877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Freeform 79" id="79"/>
          <p:cNvSpPr/>
          <p:nvPr/>
        </p:nvSpPr>
        <p:spPr>
          <a:xfrm flipH="false" flipV="false" rot="0">
            <a:off x="5967412" y="2457926"/>
            <a:ext cx="1864367" cy="1506855"/>
          </a:xfrm>
          <a:custGeom>
            <a:avLst/>
            <a:gdLst/>
            <a:ahLst/>
            <a:cxnLst/>
            <a:rect r="r" b="b" t="t" l="l"/>
            <a:pathLst>
              <a:path h="1506855" w="1864367">
                <a:moveTo>
                  <a:pt x="0" y="0"/>
                </a:moveTo>
                <a:lnTo>
                  <a:pt x="1864368" y="0"/>
                </a:lnTo>
                <a:lnTo>
                  <a:pt x="1864368" y="1506855"/>
                </a:lnTo>
                <a:lnTo>
                  <a:pt x="0" y="150685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-11156" r="0" b="-12568"/>
            </a:stretch>
          </a:blipFill>
        </p:spPr>
      </p:sp>
      <p:sp>
        <p:nvSpPr>
          <p:cNvPr name="Freeform 80" id="80"/>
          <p:cNvSpPr/>
          <p:nvPr/>
        </p:nvSpPr>
        <p:spPr>
          <a:xfrm flipH="false" flipV="false" rot="0">
            <a:off x="10058884" y="1726883"/>
            <a:ext cx="6756551" cy="3193526"/>
          </a:xfrm>
          <a:custGeom>
            <a:avLst/>
            <a:gdLst/>
            <a:ahLst/>
            <a:cxnLst/>
            <a:rect r="r" b="b" t="t" l="l"/>
            <a:pathLst>
              <a:path h="3193526" w="6756551">
                <a:moveTo>
                  <a:pt x="0" y="0"/>
                </a:moveTo>
                <a:lnTo>
                  <a:pt x="6756551" y="0"/>
                </a:lnTo>
                <a:lnTo>
                  <a:pt x="6756551" y="3193526"/>
                </a:lnTo>
                <a:lnTo>
                  <a:pt x="0" y="3193526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grpSp>
        <p:nvGrpSpPr>
          <p:cNvPr name="Group 81" id="81"/>
          <p:cNvGrpSpPr/>
          <p:nvPr/>
        </p:nvGrpSpPr>
        <p:grpSpPr>
          <a:xfrm rot="0">
            <a:off x="10230802" y="2539365"/>
            <a:ext cx="1896427" cy="1573530"/>
            <a:chOff x="0" y="0"/>
            <a:chExt cx="2528570" cy="2098040"/>
          </a:xfrm>
        </p:grpSpPr>
        <p:sp>
          <p:nvSpPr>
            <p:cNvPr name="Freeform 82" id="82"/>
            <p:cNvSpPr/>
            <p:nvPr/>
          </p:nvSpPr>
          <p:spPr>
            <a:xfrm flipH="false" flipV="false" rot="0">
              <a:off x="49518" y="50800"/>
              <a:ext cx="2429839" cy="1995170"/>
            </a:xfrm>
            <a:custGeom>
              <a:avLst/>
              <a:gdLst/>
              <a:ahLst/>
              <a:cxnLst/>
              <a:rect r="r" b="b" t="t" l="l"/>
              <a:pathLst>
                <a:path h="1995170" w="2429839">
                  <a:moveTo>
                    <a:pt x="1282" y="1268730"/>
                  </a:moveTo>
                  <a:cubicBezTo>
                    <a:pt x="2552" y="1146810"/>
                    <a:pt x="3822" y="1118870"/>
                    <a:pt x="7632" y="1088390"/>
                  </a:cubicBezTo>
                  <a:cubicBezTo>
                    <a:pt x="11442" y="1055370"/>
                    <a:pt x="24142" y="984250"/>
                    <a:pt x="24142" y="984250"/>
                  </a:cubicBezTo>
                  <a:cubicBezTo>
                    <a:pt x="24142" y="984250"/>
                    <a:pt x="25412" y="977900"/>
                    <a:pt x="25412" y="974090"/>
                  </a:cubicBezTo>
                  <a:cubicBezTo>
                    <a:pt x="26682" y="970280"/>
                    <a:pt x="26682" y="963930"/>
                    <a:pt x="26682" y="963930"/>
                  </a:cubicBezTo>
                  <a:cubicBezTo>
                    <a:pt x="26682" y="962660"/>
                    <a:pt x="29222" y="956310"/>
                    <a:pt x="30492" y="953770"/>
                  </a:cubicBezTo>
                  <a:cubicBezTo>
                    <a:pt x="31762" y="949960"/>
                    <a:pt x="34302" y="943610"/>
                    <a:pt x="34302" y="943610"/>
                  </a:cubicBezTo>
                  <a:cubicBezTo>
                    <a:pt x="34302" y="943610"/>
                    <a:pt x="39382" y="937260"/>
                    <a:pt x="40652" y="934720"/>
                  </a:cubicBezTo>
                  <a:cubicBezTo>
                    <a:pt x="43192" y="930910"/>
                    <a:pt x="47002" y="925830"/>
                    <a:pt x="47002" y="925830"/>
                  </a:cubicBezTo>
                  <a:cubicBezTo>
                    <a:pt x="47002" y="925830"/>
                    <a:pt x="52082" y="920750"/>
                    <a:pt x="54622" y="918210"/>
                  </a:cubicBezTo>
                  <a:cubicBezTo>
                    <a:pt x="57162" y="915670"/>
                    <a:pt x="62242" y="911860"/>
                    <a:pt x="63512" y="911860"/>
                  </a:cubicBezTo>
                  <a:cubicBezTo>
                    <a:pt x="63512" y="911860"/>
                    <a:pt x="69862" y="908050"/>
                    <a:pt x="72402" y="906780"/>
                  </a:cubicBezTo>
                  <a:cubicBezTo>
                    <a:pt x="74942" y="904240"/>
                    <a:pt x="81292" y="901700"/>
                    <a:pt x="81292" y="901700"/>
                  </a:cubicBezTo>
                  <a:cubicBezTo>
                    <a:pt x="82562" y="901700"/>
                    <a:pt x="88912" y="899160"/>
                    <a:pt x="92722" y="899160"/>
                  </a:cubicBezTo>
                  <a:cubicBezTo>
                    <a:pt x="95262" y="897890"/>
                    <a:pt x="102882" y="896620"/>
                    <a:pt x="102882" y="896620"/>
                  </a:cubicBezTo>
                  <a:cubicBezTo>
                    <a:pt x="102882" y="896620"/>
                    <a:pt x="110502" y="896620"/>
                    <a:pt x="113042" y="896620"/>
                  </a:cubicBezTo>
                  <a:cubicBezTo>
                    <a:pt x="116852" y="896620"/>
                    <a:pt x="124472" y="896620"/>
                    <a:pt x="124472" y="896620"/>
                  </a:cubicBezTo>
                  <a:cubicBezTo>
                    <a:pt x="124472" y="896620"/>
                    <a:pt x="130822" y="897890"/>
                    <a:pt x="134632" y="899160"/>
                  </a:cubicBezTo>
                  <a:cubicBezTo>
                    <a:pt x="138442" y="899160"/>
                    <a:pt x="144792" y="901700"/>
                    <a:pt x="144792" y="901700"/>
                  </a:cubicBezTo>
                  <a:cubicBezTo>
                    <a:pt x="144792" y="901700"/>
                    <a:pt x="151142" y="904240"/>
                    <a:pt x="154952" y="906780"/>
                  </a:cubicBezTo>
                  <a:cubicBezTo>
                    <a:pt x="157492" y="908050"/>
                    <a:pt x="163842" y="911860"/>
                    <a:pt x="163842" y="911860"/>
                  </a:cubicBezTo>
                  <a:cubicBezTo>
                    <a:pt x="163842" y="911860"/>
                    <a:pt x="168922" y="915670"/>
                    <a:pt x="171462" y="918210"/>
                  </a:cubicBezTo>
                  <a:cubicBezTo>
                    <a:pt x="174002" y="920750"/>
                    <a:pt x="177812" y="925830"/>
                    <a:pt x="179082" y="925830"/>
                  </a:cubicBezTo>
                  <a:cubicBezTo>
                    <a:pt x="185432" y="923290"/>
                    <a:pt x="184162" y="869950"/>
                    <a:pt x="185432" y="850900"/>
                  </a:cubicBezTo>
                  <a:cubicBezTo>
                    <a:pt x="185432" y="839470"/>
                    <a:pt x="186702" y="824230"/>
                    <a:pt x="185432" y="821690"/>
                  </a:cubicBezTo>
                  <a:cubicBezTo>
                    <a:pt x="185432" y="821690"/>
                    <a:pt x="184162" y="821690"/>
                    <a:pt x="184162" y="821690"/>
                  </a:cubicBezTo>
                  <a:cubicBezTo>
                    <a:pt x="184162" y="821690"/>
                    <a:pt x="176542" y="820420"/>
                    <a:pt x="174002" y="819150"/>
                  </a:cubicBezTo>
                  <a:cubicBezTo>
                    <a:pt x="170192" y="819150"/>
                    <a:pt x="162572" y="816610"/>
                    <a:pt x="162572" y="816610"/>
                  </a:cubicBezTo>
                  <a:cubicBezTo>
                    <a:pt x="162572" y="816610"/>
                    <a:pt x="156222" y="814070"/>
                    <a:pt x="153682" y="811530"/>
                  </a:cubicBezTo>
                  <a:cubicBezTo>
                    <a:pt x="149872" y="810260"/>
                    <a:pt x="143522" y="807720"/>
                    <a:pt x="143522" y="806450"/>
                  </a:cubicBezTo>
                  <a:cubicBezTo>
                    <a:pt x="143522" y="806450"/>
                    <a:pt x="138442" y="802640"/>
                    <a:pt x="135902" y="800100"/>
                  </a:cubicBezTo>
                  <a:cubicBezTo>
                    <a:pt x="133362" y="797560"/>
                    <a:pt x="128282" y="792480"/>
                    <a:pt x="128282" y="792480"/>
                  </a:cubicBezTo>
                  <a:cubicBezTo>
                    <a:pt x="127012" y="792480"/>
                    <a:pt x="123202" y="787400"/>
                    <a:pt x="121932" y="783590"/>
                  </a:cubicBezTo>
                  <a:cubicBezTo>
                    <a:pt x="119392" y="781050"/>
                    <a:pt x="115582" y="774700"/>
                    <a:pt x="115582" y="774700"/>
                  </a:cubicBezTo>
                  <a:cubicBezTo>
                    <a:pt x="115582" y="774700"/>
                    <a:pt x="113042" y="768350"/>
                    <a:pt x="111772" y="764540"/>
                  </a:cubicBezTo>
                  <a:cubicBezTo>
                    <a:pt x="110502" y="762000"/>
                    <a:pt x="107962" y="754380"/>
                    <a:pt x="107962" y="754380"/>
                  </a:cubicBezTo>
                  <a:cubicBezTo>
                    <a:pt x="107962" y="754380"/>
                    <a:pt x="106692" y="748030"/>
                    <a:pt x="106692" y="744220"/>
                  </a:cubicBezTo>
                  <a:cubicBezTo>
                    <a:pt x="106692" y="740410"/>
                    <a:pt x="105422" y="734060"/>
                    <a:pt x="105422" y="734060"/>
                  </a:cubicBezTo>
                  <a:cubicBezTo>
                    <a:pt x="105422" y="734060"/>
                    <a:pt x="106692" y="753110"/>
                    <a:pt x="106692" y="753110"/>
                  </a:cubicBezTo>
                  <a:cubicBezTo>
                    <a:pt x="106692" y="753110"/>
                    <a:pt x="93992" y="666750"/>
                    <a:pt x="92722" y="628650"/>
                  </a:cubicBezTo>
                  <a:cubicBezTo>
                    <a:pt x="90182" y="596900"/>
                    <a:pt x="91452" y="571500"/>
                    <a:pt x="91452" y="542290"/>
                  </a:cubicBezTo>
                  <a:cubicBezTo>
                    <a:pt x="91452" y="511810"/>
                    <a:pt x="91452" y="481330"/>
                    <a:pt x="91452" y="452120"/>
                  </a:cubicBezTo>
                  <a:cubicBezTo>
                    <a:pt x="92722" y="420370"/>
                    <a:pt x="97802" y="392430"/>
                    <a:pt x="93992" y="359410"/>
                  </a:cubicBezTo>
                  <a:cubicBezTo>
                    <a:pt x="90182" y="321310"/>
                    <a:pt x="69862" y="275590"/>
                    <a:pt x="66052" y="233680"/>
                  </a:cubicBezTo>
                  <a:cubicBezTo>
                    <a:pt x="62242" y="193040"/>
                    <a:pt x="49542" y="140970"/>
                    <a:pt x="69862" y="113030"/>
                  </a:cubicBezTo>
                  <a:cubicBezTo>
                    <a:pt x="91452" y="82550"/>
                    <a:pt x="158762" y="68580"/>
                    <a:pt x="198132" y="60960"/>
                  </a:cubicBezTo>
                  <a:cubicBezTo>
                    <a:pt x="231152" y="54610"/>
                    <a:pt x="259092" y="60960"/>
                    <a:pt x="289572" y="60960"/>
                  </a:cubicBezTo>
                  <a:cubicBezTo>
                    <a:pt x="320052" y="60960"/>
                    <a:pt x="349262" y="60960"/>
                    <a:pt x="379742" y="60960"/>
                  </a:cubicBezTo>
                  <a:cubicBezTo>
                    <a:pt x="410222" y="60960"/>
                    <a:pt x="440702" y="60960"/>
                    <a:pt x="471182" y="60960"/>
                  </a:cubicBezTo>
                  <a:cubicBezTo>
                    <a:pt x="501662" y="60960"/>
                    <a:pt x="533412" y="59690"/>
                    <a:pt x="562622" y="60960"/>
                  </a:cubicBezTo>
                  <a:cubicBezTo>
                    <a:pt x="589292" y="60960"/>
                    <a:pt x="612152" y="59690"/>
                    <a:pt x="638822" y="62230"/>
                  </a:cubicBezTo>
                  <a:cubicBezTo>
                    <a:pt x="671842" y="66040"/>
                    <a:pt x="709942" y="80010"/>
                    <a:pt x="742962" y="83820"/>
                  </a:cubicBezTo>
                  <a:cubicBezTo>
                    <a:pt x="773442" y="86360"/>
                    <a:pt x="829322" y="83820"/>
                    <a:pt x="829322" y="83820"/>
                  </a:cubicBezTo>
                  <a:cubicBezTo>
                    <a:pt x="829322" y="83820"/>
                    <a:pt x="830592" y="83820"/>
                    <a:pt x="830592" y="83820"/>
                  </a:cubicBezTo>
                  <a:cubicBezTo>
                    <a:pt x="834402" y="83820"/>
                    <a:pt x="877582" y="83820"/>
                    <a:pt x="902982" y="83820"/>
                  </a:cubicBezTo>
                  <a:cubicBezTo>
                    <a:pt x="932192" y="83820"/>
                    <a:pt x="965212" y="83820"/>
                    <a:pt x="995692" y="83820"/>
                  </a:cubicBezTo>
                  <a:cubicBezTo>
                    <a:pt x="1024902" y="83820"/>
                    <a:pt x="1054112" y="83820"/>
                    <a:pt x="1084592" y="83820"/>
                  </a:cubicBezTo>
                  <a:cubicBezTo>
                    <a:pt x="1115072" y="83820"/>
                    <a:pt x="1145552" y="83820"/>
                    <a:pt x="1174762" y="83820"/>
                  </a:cubicBezTo>
                  <a:cubicBezTo>
                    <a:pt x="1205242" y="83820"/>
                    <a:pt x="1247152" y="83820"/>
                    <a:pt x="1266202" y="83820"/>
                  </a:cubicBezTo>
                  <a:cubicBezTo>
                    <a:pt x="1275092" y="83820"/>
                    <a:pt x="1282712" y="86360"/>
                    <a:pt x="1285252" y="83820"/>
                  </a:cubicBezTo>
                  <a:cubicBezTo>
                    <a:pt x="1287792" y="81280"/>
                    <a:pt x="1286522" y="77470"/>
                    <a:pt x="1286522" y="73660"/>
                  </a:cubicBezTo>
                  <a:cubicBezTo>
                    <a:pt x="1287792" y="71120"/>
                    <a:pt x="1289062" y="63500"/>
                    <a:pt x="1289062" y="63500"/>
                  </a:cubicBezTo>
                  <a:cubicBezTo>
                    <a:pt x="1289062" y="63500"/>
                    <a:pt x="1291602" y="57150"/>
                    <a:pt x="1292872" y="53340"/>
                  </a:cubicBezTo>
                  <a:cubicBezTo>
                    <a:pt x="1294142" y="50800"/>
                    <a:pt x="1296682" y="44450"/>
                    <a:pt x="1296682" y="43180"/>
                  </a:cubicBezTo>
                  <a:cubicBezTo>
                    <a:pt x="1296682" y="43180"/>
                    <a:pt x="1301762" y="38100"/>
                    <a:pt x="1303032" y="35560"/>
                  </a:cubicBezTo>
                  <a:cubicBezTo>
                    <a:pt x="1305572" y="33020"/>
                    <a:pt x="1309382" y="26670"/>
                    <a:pt x="1310652" y="26670"/>
                  </a:cubicBezTo>
                  <a:cubicBezTo>
                    <a:pt x="1310652" y="26670"/>
                    <a:pt x="1315732" y="21590"/>
                    <a:pt x="1318272" y="20320"/>
                  </a:cubicBezTo>
                  <a:cubicBezTo>
                    <a:pt x="1320812" y="17780"/>
                    <a:pt x="1325892" y="12700"/>
                    <a:pt x="1327162" y="12700"/>
                  </a:cubicBezTo>
                  <a:cubicBezTo>
                    <a:pt x="1327162" y="12700"/>
                    <a:pt x="1333512" y="10160"/>
                    <a:pt x="1336052" y="8890"/>
                  </a:cubicBezTo>
                  <a:cubicBezTo>
                    <a:pt x="1338592" y="7620"/>
                    <a:pt x="1341132" y="6350"/>
                    <a:pt x="1341132" y="6350"/>
                  </a:cubicBezTo>
                  <a:cubicBezTo>
                    <a:pt x="1341132" y="5080"/>
                    <a:pt x="1341132" y="6350"/>
                    <a:pt x="1342402" y="6350"/>
                  </a:cubicBezTo>
                  <a:cubicBezTo>
                    <a:pt x="1342402" y="6350"/>
                    <a:pt x="1346212" y="3810"/>
                    <a:pt x="1346212" y="3810"/>
                  </a:cubicBezTo>
                  <a:cubicBezTo>
                    <a:pt x="1346212" y="3810"/>
                    <a:pt x="1352562" y="2540"/>
                    <a:pt x="1356372" y="2540"/>
                  </a:cubicBezTo>
                  <a:cubicBezTo>
                    <a:pt x="1360182" y="1270"/>
                    <a:pt x="1366532" y="0"/>
                    <a:pt x="1366532" y="0"/>
                  </a:cubicBezTo>
                  <a:cubicBezTo>
                    <a:pt x="1366532" y="0"/>
                    <a:pt x="1374152" y="0"/>
                    <a:pt x="1377962" y="0"/>
                  </a:cubicBezTo>
                  <a:cubicBezTo>
                    <a:pt x="1380502" y="0"/>
                    <a:pt x="1388122" y="1270"/>
                    <a:pt x="1388122" y="1270"/>
                  </a:cubicBezTo>
                  <a:cubicBezTo>
                    <a:pt x="1388122" y="1270"/>
                    <a:pt x="1394472" y="2540"/>
                    <a:pt x="1398282" y="3810"/>
                  </a:cubicBezTo>
                  <a:cubicBezTo>
                    <a:pt x="1402092" y="5080"/>
                    <a:pt x="1408442" y="6350"/>
                    <a:pt x="1408442" y="6350"/>
                  </a:cubicBezTo>
                  <a:cubicBezTo>
                    <a:pt x="1408442" y="6350"/>
                    <a:pt x="1414792" y="10160"/>
                    <a:pt x="1418602" y="11430"/>
                  </a:cubicBezTo>
                  <a:cubicBezTo>
                    <a:pt x="1421142" y="13970"/>
                    <a:pt x="1427492" y="17780"/>
                    <a:pt x="1427492" y="17780"/>
                  </a:cubicBezTo>
                  <a:cubicBezTo>
                    <a:pt x="1427492" y="17780"/>
                    <a:pt x="1428762" y="20320"/>
                    <a:pt x="1431302" y="20320"/>
                  </a:cubicBezTo>
                  <a:cubicBezTo>
                    <a:pt x="1432572" y="21590"/>
                    <a:pt x="1436382" y="20320"/>
                    <a:pt x="1440192" y="22860"/>
                  </a:cubicBezTo>
                  <a:cubicBezTo>
                    <a:pt x="1454162" y="29210"/>
                    <a:pt x="1493532" y="78740"/>
                    <a:pt x="1513852" y="86360"/>
                  </a:cubicBezTo>
                  <a:cubicBezTo>
                    <a:pt x="1524012" y="91440"/>
                    <a:pt x="1541792" y="88900"/>
                    <a:pt x="1541792" y="88900"/>
                  </a:cubicBezTo>
                  <a:cubicBezTo>
                    <a:pt x="1541792" y="88900"/>
                    <a:pt x="1548142" y="91440"/>
                    <a:pt x="1551952" y="93980"/>
                  </a:cubicBezTo>
                  <a:cubicBezTo>
                    <a:pt x="1554492" y="95250"/>
                    <a:pt x="1560842" y="99060"/>
                    <a:pt x="1560842" y="99060"/>
                  </a:cubicBezTo>
                  <a:cubicBezTo>
                    <a:pt x="1560842" y="99060"/>
                    <a:pt x="1567192" y="105410"/>
                    <a:pt x="1568462" y="106680"/>
                  </a:cubicBezTo>
                  <a:cubicBezTo>
                    <a:pt x="1569732" y="107950"/>
                    <a:pt x="1569732" y="107950"/>
                    <a:pt x="1571002" y="107950"/>
                  </a:cubicBezTo>
                  <a:cubicBezTo>
                    <a:pt x="1571002" y="109220"/>
                    <a:pt x="1572272" y="107950"/>
                    <a:pt x="1573542" y="107950"/>
                  </a:cubicBezTo>
                  <a:cubicBezTo>
                    <a:pt x="1576082" y="107950"/>
                    <a:pt x="1583702" y="106680"/>
                    <a:pt x="1583702" y="106680"/>
                  </a:cubicBezTo>
                  <a:cubicBezTo>
                    <a:pt x="1583702" y="106680"/>
                    <a:pt x="1637042" y="106680"/>
                    <a:pt x="1664982" y="106680"/>
                  </a:cubicBezTo>
                  <a:cubicBezTo>
                    <a:pt x="1694192" y="106680"/>
                    <a:pt x="1723402" y="106680"/>
                    <a:pt x="1755152" y="106680"/>
                  </a:cubicBezTo>
                  <a:cubicBezTo>
                    <a:pt x="1788172" y="106680"/>
                    <a:pt x="1825002" y="106680"/>
                    <a:pt x="1856752" y="106680"/>
                  </a:cubicBezTo>
                  <a:cubicBezTo>
                    <a:pt x="1884692" y="106680"/>
                    <a:pt x="1908822" y="106680"/>
                    <a:pt x="1935492" y="106680"/>
                  </a:cubicBezTo>
                  <a:cubicBezTo>
                    <a:pt x="1963432" y="106680"/>
                    <a:pt x="2010422" y="105410"/>
                    <a:pt x="2018042" y="106680"/>
                  </a:cubicBezTo>
                  <a:cubicBezTo>
                    <a:pt x="2019312" y="106680"/>
                    <a:pt x="2019312" y="107950"/>
                    <a:pt x="2019312" y="107950"/>
                  </a:cubicBezTo>
                  <a:cubicBezTo>
                    <a:pt x="2026932" y="109220"/>
                    <a:pt x="2059952" y="107950"/>
                    <a:pt x="2084082" y="107950"/>
                  </a:cubicBezTo>
                  <a:cubicBezTo>
                    <a:pt x="2113292" y="107950"/>
                    <a:pt x="2150122" y="105410"/>
                    <a:pt x="2180602" y="109220"/>
                  </a:cubicBezTo>
                  <a:cubicBezTo>
                    <a:pt x="2209812" y="114300"/>
                    <a:pt x="2240292" y="114300"/>
                    <a:pt x="2261882" y="130810"/>
                  </a:cubicBezTo>
                  <a:cubicBezTo>
                    <a:pt x="2287282" y="151130"/>
                    <a:pt x="2305062" y="201930"/>
                    <a:pt x="2312682" y="234950"/>
                  </a:cubicBezTo>
                  <a:cubicBezTo>
                    <a:pt x="2319032" y="261620"/>
                    <a:pt x="2310142" y="307340"/>
                    <a:pt x="2312682" y="311150"/>
                  </a:cubicBezTo>
                  <a:cubicBezTo>
                    <a:pt x="2313952" y="311150"/>
                    <a:pt x="2317762" y="316230"/>
                    <a:pt x="2320302" y="318770"/>
                  </a:cubicBezTo>
                  <a:cubicBezTo>
                    <a:pt x="2322842" y="321310"/>
                    <a:pt x="2326652" y="326390"/>
                    <a:pt x="2327922" y="327660"/>
                  </a:cubicBezTo>
                  <a:cubicBezTo>
                    <a:pt x="2327922" y="327660"/>
                    <a:pt x="2330462" y="334010"/>
                    <a:pt x="2331732" y="336550"/>
                  </a:cubicBezTo>
                  <a:cubicBezTo>
                    <a:pt x="2334272" y="339090"/>
                    <a:pt x="2336812" y="345440"/>
                    <a:pt x="2336812" y="345440"/>
                  </a:cubicBezTo>
                  <a:cubicBezTo>
                    <a:pt x="2336812" y="345440"/>
                    <a:pt x="2339352" y="353060"/>
                    <a:pt x="2339352" y="356870"/>
                  </a:cubicBezTo>
                  <a:cubicBezTo>
                    <a:pt x="2340622" y="359410"/>
                    <a:pt x="2341892" y="367030"/>
                    <a:pt x="2341892" y="367030"/>
                  </a:cubicBezTo>
                  <a:cubicBezTo>
                    <a:pt x="2341892" y="367030"/>
                    <a:pt x="2341892" y="373380"/>
                    <a:pt x="2341892" y="377190"/>
                  </a:cubicBezTo>
                  <a:cubicBezTo>
                    <a:pt x="2341892" y="381000"/>
                    <a:pt x="2341892" y="387350"/>
                    <a:pt x="2341892" y="387350"/>
                  </a:cubicBezTo>
                  <a:cubicBezTo>
                    <a:pt x="2341892" y="387350"/>
                    <a:pt x="2340622" y="394970"/>
                    <a:pt x="2339352" y="397510"/>
                  </a:cubicBezTo>
                  <a:cubicBezTo>
                    <a:pt x="2339352" y="401320"/>
                    <a:pt x="2336812" y="407670"/>
                    <a:pt x="2336812" y="408940"/>
                  </a:cubicBezTo>
                  <a:cubicBezTo>
                    <a:pt x="2336812" y="408940"/>
                    <a:pt x="2334272" y="415290"/>
                    <a:pt x="2331732" y="417830"/>
                  </a:cubicBezTo>
                  <a:cubicBezTo>
                    <a:pt x="2330462" y="420370"/>
                    <a:pt x="2327922" y="426720"/>
                    <a:pt x="2327922" y="426720"/>
                  </a:cubicBezTo>
                  <a:cubicBezTo>
                    <a:pt x="2326652" y="426720"/>
                    <a:pt x="2322842" y="433070"/>
                    <a:pt x="2320302" y="435610"/>
                  </a:cubicBezTo>
                  <a:cubicBezTo>
                    <a:pt x="2319032" y="436880"/>
                    <a:pt x="2316492" y="436880"/>
                    <a:pt x="2315222" y="440690"/>
                  </a:cubicBezTo>
                  <a:cubicBezTo>
                    <a:pt x="2313952" y="449580"/>
                    <a:pt x="2330462" y="483870"/>
                    <a:pt x="2334272" y="506730"/>
                  </a:cubicBezTo>
                  <a:cubicBezTo>
                    <a:pt x="2338082" y="533400"/>
                    <a:pt x="2330462" y="563880"/>
                    <a:pt x="2334272" y="590550"/>
                  </a:cubicBezTo>
                  <a:cubicBezTo>
                    <a:pt x="2338082" y="619760"/>
                    <a:pt x="2350782" y="645160"/>
                    <a:pt x="2354592" y="675640"/>
                  </a:cubicBezTo>
                  <a:cubicBezTo>
                    <a:pt x="2358402" y="709930"/>
                    <a:pt x="2354592" y="753110"/>
                    <a:pt x="2354592" y="787400"/>
                  </a:cubicBezTo>
                  <a:cubicBezTo>
                    <a:pt x="2354592" y="816610"/>
                    <a:pt x="2354592" y="839470"/>
                    <a:pt x="2354592" y="867410"/>
                  </a:cubicBezTo>
                  <a:cubicBezTo>
                    <a:pt x="2354592" y="899160"/>
                    <a:pt x="2354592" y="937260"/>
                    <a:pt x="2354592" y="970280"/>
                  </a:cubicBezTo>
                  <a:cubicBezTo>
                    <a:pt x="2354592" y="999490"/>
                    <a:pt x="2349512" y="1045210"/>
                    <a:pt x="2354592" y="1055370"/>
                  </a:cubicBezTo>
                  <a:cubicBezTo>
                    <a:pt x="2355862" y="1059180"/>
                    <a:pt x="2359672" y="1060450"/>
                    <a:pt x="2359672" y="1060450"/>
                  </a:cubicBezTo>
                  <a:cubicBezTo>
                    <a:pt x="2359672" y="1060450"/>
                    <a:pt x="2364752" y="1066800"/>
                    <a:pt x="2366022" y="1069340"/>
                  </a:cubicBezTo>
                  <a:cubicBezTo>
                    <a:pt x="2368562" y="1071880"/>
                    <a:pt x="2372372" y="1078230"/>
                    <a:pt x="2372372" y="1078230"/>
                  </a:cubicBezTo>
                  <a:cubicBezTo>
                    <a:pt x="2372372" y="1078230"/>
                    <a:pt x="2374912" y="1084580"/>
                    <a:pt x="2376182" y="1088390"/>
                  </a:cubicBezTo>
                  <a:cubicBezTo>
                    <a:pt x="2377452" y="1090930"/>
                    <a:pt x="2381262" y="1097280"/>
                    <a:pt x="2381262" y="1098550"/>
                  </a:cubicBezTo>
                  <a:cubicBezTo>
                    <a:pt x="2381262" y="1098550"/>
                    <a:pt x="2381262" y="1104900"/>
                    <a:pt x="2382532" y="1108710"/>
                  </a:cubicBezTo>
                  <a:cubicBezTo>
                    <a:pt x="2382532" y="1112520"/>
                    <a:pt x="2383802" y="1118870"/>
                    <a:pt x="2383802" y="1118870"/>
                  </a:cubicBezTo>
                  <a:cubicBezTo>
                    <a:pt x="2383802" y="1120140"/>
                    <a:pt x="2382532" y="1145540"/>
                    <a:pt x="2383802" y="1162050"/>
                  </a:cubicBezTo>
                  <a:cubicBezTo>
                    <a:pt x="2387612" y="1186180"/>
                    <a:pt x="2397772" y="1219200"/>
                    <a:pt x="2405392" y="1248410"/>
                  </a:cubicBezTo>
                  <a:cubicBezTo>
                    <a:pt x="2413012" y="1278890"/>
                    <a:pt x="2423172" y="1311910"/>
                    <a:pt x="2426982" y="1342390"/>
                  </a:cubicBezTo>
                  <a:cubicBezTo>
                    <a:pt x="2430792" y="1370330"/>
                    <a:pt x="2430792" y="1395730"/>
                    <a:pt x="2426982" y="1422400"/>
                  </a:cubicBezTo>
                  <a:cubicBezTo>
                    <a:pt x="2424442" y="1449070"/>
                    <a:pt x="2418092" y="1489710"/>
                    <a:pt x="2405392" y="1503680"/>
                  </a:cubicBezTo>
                  <a:cubicBezTo>
                    <a:pt x="2399042" y="1512570"/>
                    <a:pt x="2381262" y="1510030"/>
                    <a:pt x="2378722" y="1515110"/>
                  </a:cubicBezTo>
                  <a:cubicBezTo>
                    <a:pt x="2377452" y="1517650"/>
                    <a:pt x="2378722" y="1518920"/>
                    <a:pt x="2379992" y="1522730"/>
                  </a:cubicBezTo>
                  <a:cubicBezTo>
                    <a:pt x="2381262" y="1539240"/>
                    <a:pt x="2381262" y="1609090"/>
                    <a:pt x="2381262" y="1649730"/>
                  </a:cubicBezTo>
                  <a:cubicBezTo>
                    <a:pt x="2381262" y="1689100"/>
                    <a:pt x="2382532" y="1731010"/>
                    <a:pt x="2381262" y="1766570"/>
                  </a:cubicBezTo>
                  <a:cubicBezTo>
                    <a:pt x="2379992" y="1795780"/>
                    <a:pt x="2374912" y="1846580"/>
                    <a:pt x="2374912" y="1846580"/>
                  </a:cubicBezTo>
                  <a:cubicBezTo>
                    <a:pt x="2374912" y="1846580"/>
                    <a:pt x="2373642" y="1854200"/>
                    <a:pt x="2373642" y="1858010"/>
                  </a:cubicBezTo>
                  <a:cubicBezTo>
                    <a:pt x="2372372" y="1860550"/>
                    <a:pt x="2372372" y="1868170"/>
                    <a:pt x="2371102" y="1868170"/>
                  </a:cubicBezTo>
                  <a:cubicBezTo>
                    <a:pt x="2371102" y="1868170"/>
                    <a:pt x="2368562" y="1874520"/>
                    <a:pt x="2367292" y="1878330"/>
                  </a:cubicBezTo>
                  <a:cubicBezTo>
                    <a:pt x="2366022" y="1882140"/>
                    <a:pt x="2364752" y="1888490"/>
                    <a:pt x="2363482" y="1888490"/>
                  </a:cubicBezTo>
                  <a:cubicBezTo>
                    <a:pt x="2363482" y="1888490"/>
                    <a:pt x="2360942" y="1891030"/>
                    <a:pt x="2359672" y="1893570"/>
                  </a:cubicBezTo>
                  <a:cubicBezTo>
                    <a:pt x="2359672" y="1897380"/>
                    <a:pt x="2360942" y="1905000"/>
                    <a:pt x="2360942" y="1905000"/>
                  </a:cubicBezTo>
                  <a:cubicBezTo>
                    <a:pt x="2360942" y="1906270"/>
                    <a:pt x="2360942" y="1912620"/>
                    <a:pt x="2359672" y="1916430"/>
                  </a:cubicBezTo>
                  <a:cubicBezTo>
                    <a:pt x="2359672" y="1920240"/>
                    <a:pt x="2358402" y="1926590"/>
                    <a:pt x="2358402" y="1926590"/>
                  </a:cubicBezTo>
                  <a:cubicBezTo>
                    <a:pt x="2358402" y="1927860"/>
                    <a:pt x="2355862" y="1934210"/>
                    <a:pt x="2354592" y="1936750"/>
                  </a:cubicBezTo>
                  <a:cubicBezTo>
                    <a:pt x="2353322" y="1940560"/>
                    <a:pt x="2350782" y="1946910"/>
                    <a:pt x="2350782" y="1946910"/>
                  </a:cubicBezTo>
                  <a:cubicBezTo>
                    <a:pt x="2350782" y="1946910"/>
                    <a:pt x="2346972" y="1953260"/>
                    <a:pt x="2345702" y="1955800"/>
                  </a:cubicBezTo>
                  <a:cubicBezTo>
                    <a:pt x="2343162" y="1959610"/>
                    <a:pt x="2339352" y="1964690"/>
                    <a:pt x="2339352" y="1964690"/>
                  </a:cubicBezTo>
                  <a:cubicBezTo>
                    <a:pt x="2339352" y="1965960"/>
                    <a:pt x="2334272" y="1969770"/>
                    <a:pt x="2330462" y="1972310"/>
                  </a:cubicBezTo>
                  <a:cubicBezTo>
                    <a:pt x="2327922" y="1974850"/>
                    <a:pt x="2322842" y="1979930"/>
                    <a:pt x="2322842" y="1979930"/>
                  </a:cubicBezTo>
                  <a:cubicBezTo>
                    <a:pt x="2322842" y="1979930"/>
                    <a:pt x="2316492" y="1982470"/>
                    <a:pt x="2313952" y="1985010"/>
                  </a:cubicBezTo>
                  <a:cubicBezTo>
                    <a:pt x="2310142" y="1986280"/>
                    <a:pt x="2303792" y="1990090"/>
                    <a:pt x="2303792" y="1990090"/>
                  </a:cubicBezTo>
                  <a:cubicBezTo>
                    <a:pt x="2303792" y="1990090"/>
                    <a:pt x="2297442" y="1991360"/>
                    <a:pt x="2293632" y="1992630"/>
                  </a:cubicBezTo>
                  <a:cubicBezTo>
                    <a:pt x="2289822" y="1993900"/>
                    <a:pt x="2283472" y="1995170"/>
                    <a:pt x="2283472" y="1995170"/>
                  </a:cubicBezTo>
                  <a:cubicBezTo>
                    <a:pt x="2283472" y="1995170"/>
                    <a:pt x="2275852" y="1995170"/>
                    <a:pt x="2272042" y="1995170"/>
                  </a:cubicBezTo>
                  <a:cubicBezTo>
                    <a:pt x="2268232" y="1995170"/>
                    <a:pt x="2261882" y="1995170"/>
                    <a:pt x="2261882" y="1995170"/>
                  </a:cubicBezTo>
                  <a:cubicBezTo>
                    <a:pt x="2261882" y="1995170"/>
                    <a:pt x="2254262" y="1993900"/>
                    <a:pt x="2250452" y="1992630"/>
                  </a:cubicBezTo>
                  <a:cubicBezTo>
                    <a:pt x="2247912" y="1991360"/>
                    <a:pt x="2240292" y="1990090"/>
                    <a:pt x="2240292" y="1990090"/>
                  </a:cubicBezTo>
                  <a:cubicBezTo>
                    <a:pt x="2240292" y="1990090"/>
                    <a:pt x="2233942" y="1986280"/>
                    <a:pt x="2231402" y="1985010"/>
                  </a:cubicBezTo>
                  <a:cubicBezTo>
                    <a:pt x="2227592" y="1983740"/>
                    <a:pt x="2227592" y="1982470"/>
                    <a:pt x="2223782" y="1981200"/>
                  </a:cubicBezTo>
                  <a:cubicBezTo>
                    <a:pt x="2212352" y="1979930"/>
                    <a:pt x="2185682" y="1987550"/>
                    <a:pt x="2164092" y="1988820"/>
                  </a:cubicBezTo>
                  <a:cubicBezTo>
                    <a:pt x="2137422" y="1990090"/>
                    <a:pt x="2103132" y="1988820"/>
                    <a:pt x="2072652" y="1988820"/>
                  </a:cubicBezTo>
                  <a:cubicBezTo>
                    <a:pt x="2043442" y="1988820"/>
                    <a:pt x="2012962" y="1988820"/>
                    <a:pt x="1982482" y="1988820"/>
                  </a:cubicBezTo>
                  <a:cubicBezTo>
                    <a:pt x="1952002" y="1988820"/>
                    <a:pt x="1921522" y="1988820"/>
                    <a:pt x="1891042" y="1988820"/>
                  </a:cubicBezTo>
                  <a:cubicBezTo>
                    <a:pt x="1860562" y="1988820"/>
                    <a:pt x="1831352" y="1988820"/>
                    <a:pt x="1800872" y="1988820"/>
                  </a:cubicBezTo>
                  <a:cubicBezTo>
                    <a:pt x="1770392" y="1988820"/>
                    <a:pt x="1739912" y="1988820"/>
                    <a:pt x="1709432" y="1988820"/>
                  </a:cubicBezTo>
                  <a:cubicBezTo>
                    <a:pt x="1678952" y="1988820"/>
                    <a:pt x="1648472" y="1988820"/>
                    <a:pt x="1619262" y="1988820"/>
                  </a:cubicBezTo>
                  <a:cubicBezTo>
                    <a:pt x="1588782" y="1988820"/>
                    <a:pt x="1555762" y="1988820"/>
                    <a:pt x="1526552" y="1988820"/>
                  </a:cubicBezTo>
                  <a:cubicBezTo>
                    <a:pt x="1499882" y="1987550"/>
                    <a:pt x="1478292" y="1988820"/>
                    <a:pt x="1450352" y="1986280"/>
                  </a:cubicBezTo>
                  <a:cubicBezTo>
                    <a:pt x="1418602" y="1982470"/>
                    <a:pt x="1380502" y="1968500"/>
                    <a:pt x="1346212" y="1965960"/>
                  </a:cubicBezTo>
                  <a:cubicBezTo>
                    <a:pt x="1314462" y="1962150"/>
                    <a:pt x="1285252" y="1965960"/>
                    <a:pt x="1254772" y="1965960"/>
                  </a:cubicBezTo>
                  <a:cubicBezTo>
                    <a:pt x="1225562" y="1965960"/>
                    <a:pt x="1195082" y="1964690"/>
                    <a:pt x="1164602" y="1964690"/>
                  </a:cubicBezTo>
                  <a:cubicBezTo>
                    <a:pt x="1134122" y="1964690"/>
                    <a:pt x="1103642" y="1964690"/>
                    <a:pt x="1073162" y="1964690"/>
                  </a:cubicBezTo>
                  <a:cubicBezTo>
                    <a:pt x="1042682" y="1964690"/>
                    <a:pt x="1010932" y="1964690"/>
                    <a:pt x="980452" y="1964690"/>
                  </a:cubicBezTo>
                  <a:cubicBezTo>
                    <a:pt x="951242" y="1964690"/>
                    <a:pt x="922032" y="1964690"/>
                    <a:pt x="891552" y="1964690"/>
                  </a:cubicBezTo>
                  <a:cubicBezTo>
                    <a:pt x="861072" y="1964690"/>
                    <a:pt x="829322" y="1964690"/>
                    <a:pt x="800112" y="1964690"/>
                  </a:cubicBezTo>
                  <a:cubicBezTo>
                    <a:pt x="772172" y="1964690"/>
                    <a:pt x="749312" y="1964690"/>
                    <a:pt x="720102" y="1964690"/>
                  </a:cubicBezTo>
                  <a:cubicBezTo>
                    <a:pt x="687082" y="1964690"/>
                    <a:pt x="635012" y="1964690"/>
                    <a:pt x="609612" y="1964690"/>
                  </a:cubicBezTo>
                  <a:cubicBezTo>
                    <a:pt x="595642" y="1965960"/>
                    <a:pt x="581672" y="1963420"/>
                    <a:pt x="576592" y="1965960"/>
                  </a:cubicBezTo>
                  <a:cubicBezTo>
                    <a:pt x="575322" y="1965960"/>
                    <a:pt x="575322" y="1965960"/>
                    <a:pt x="575322" y="1967230"/>
                  </a:cubicBezTo>
                  <a:cubicBezTo>
                    <a:pt x="572782" y="1968500"/>
                    <a:pt x="566432" y="1972310"/>
                    <a:pt x="566432" y="1972310"/>
                  </a:cubicBezTo>
                  <a:cubicBezTo>
                    <a:pt x="566432" y="1972310"/>
                    <a:pt x="560082" y="1974850"/>
                    <a:pt x="557542" y="1976120"/>
                  </a:cubicBezTo>
                  <a:cubicBezTo>
                    <a:pt x="553732" y="1977390"/>
                    <a:pt x="548652" y="1979930"/>
                    <a:pt x="548652" y="1979930"/>
                  </a:cubicBezTo>
                  <a:cubicBezTo>
                    <a:pt x="547382" y="1979930"/>
                    <a:pt x="541032" y="1979930"/>
                    <a:pt x="538492" y="1981200"/>
                  </a:cubicBezTo>
                  <a:cubicBezTo>
                    <a:pt x="534682" y="1981200"/>
                    <a:pt x="528332" y="1982470"/>
                    <a:pt x="528332" y="1982470"/>
                  </a:cubicBezTo>
                  <a:cubicBezTo>
                    <a:pt x="528332" y="1982470"/>
                    <a:pt x="464832" y="1982470"/>
                    <a:pt x="434352" y="1982470"/>
                  </a:cubicBezTo>
                  <a:cubicBezTo>
                    <a:pt x="407682" y="1982470"/>
                    <a:pt x="384822" y="1983740"/>
                    <a:pt x="358152" y="1983740"/>
                  </a:cubicBezTo>
                  <a:cubicBezTo>
                    <a:pt x="327672" y="1983740"/>
                    <a:pt x="281952" y="1985010"/>
                    <a:pt x="260362" y="1982470"/>
                  </a:cubicBezTo>
                  <a:cubicBezTo>
                    <a:pt x="250202" y="1981200"/>
                    <a:pt x="247662" y="1978660"/>
                    <a:pt x="238772" y="1977390"/>
                  </a:cubicBezTo>
                  <a:cubicBezTo>
                    <a:pt x="223532" y="1976120"/>
                    <a:pt x="195592" y="1978660"/>
                    <a:pt x="181622" y="1977390"/>
                  </a:cubicBezTo>
                  <a:cubicBezTo>
                    <a:pt x="174002" y="1977390"/>
                    <a:pt x="168922" y="1977390"/>
                    <a:pt x="162572" y="1974850"/>
                  </a:cubicBezTo>
                  <a:cubicBezTo>
                    <a:pt x="156222" y="1973580"/>
                    <a:pt x="148602" y="1971040"/>
                    <a:pt x="144792" y="1968500"/>
                  </a:cubicBezTo>
                  <a:cubicBezTo>
                    <a:pt x="142252" y="1967230"/>
                    <a:pt x="142252" y="1965960"/>
                    <a:pt x="139712" y="1964690"/>
                  </a:cubicBezTo>
                  <a:cubicBezTo>
                    <a:pt x="133362" y="1963420"/>
                    <a:pt x="107962" y="1964690"/>
                    <a:pt x="107962" y="1964690"/>
                  </a:cubicBezTo>
                  <a:cubicBezTo>
                    <a:pt x="107962" y="1964690"/>
                    <a:pt x="100342" y="1964690"/>
                    <a:pt x="96532" y="1963420"/>
                  </a:cubicBezTo>
                  <a:cubicBezTo>
                    <a:pt x="93992" y="1963420"/>
                    <a:pt x="86372" y="1962150"/>
                    <a:pt x="86372" y="1962150"/>
                  </a:cubicBezTo>
                  <a:cubicBezTo>
                    <a:pt x="86372" y="1962150"/>
                    <a:pt x="80022" y="1959610"/>
                    <a:pt x="76212" y="1958340"/>
                  </a:cubicBezTo>
                  <a:cubicBezTo>
                    <a:pt x="73672" y="1957070"/>
                    <a:pt x="66052" y="1954530"/>
                    <a:pt x="66052" y="1954530"/>
                  </a:cubicBezTo>
                  <a:cubicBezTo>
                    <a:pt x="66052" y="1954530"/>
                    <a:pt x="60972" y="1950720"/>
                    <a:pt x="57162" y="1949450"/>
                  </a:cubicBezTo>
                  <a:cubicBezTo>
                    <a:pt x="54622" y="1946910"/>
                    <a:pt x="49542" y="1943100"/>
                    <a:pt x="49542" y="1943100"/>
                  </a:cubicBezTo>
                  <a:cubicBezTo>
                    <a:pt x="48272" y="1943100"/>
                    <a:pt x="44462" y="1938020"/>
                    <a:pt x="41922" y="1934210"/>
                  </a:cubicBezTo>
                  <a:cubicBezTo>
                    <a:pt x="39382" y="1931670"/>
                    <a:pt x="34302" y="1926590"/>
                    <a:pt x="34302" y="1926590"/>
                  </a:cubicBezTo>
                  <a:cubicBezTo>
                    <a:pt x="34302" y="1926590"/>
                    <a:pt x="31762" y="1920240"/>
                    <a:pt x="29222" y="1917700"/>
                  </a:cubicBezTo>
                  <a:cubicBezTo>
                    <a:pt x="27952" y="1913890"/>
                    <a:pt x="25412" y="1907540"/>
                    <a:pt x="25412" y="1907540"/>
                  </a:cubicBezTo>
                  <a:cubicBezTo>
                    <a:pt x="25412" y="1907540"/>
                    <a:pt x="22872" y="1901190"/>
                    <a:pt x="22872" y="1897380"/>
                  </a:cubicBezTo>
                  <a:cubicBezTo>
                    <a:pt x="21602" y="1893570"/>
                    <a:pt x="20332" y="1887220"/>
                    <a:pt x="20332" y="1887220"/>
                  </a:cubicBezTo>
                  <a:cubicBezTo>
                    <a:pt x="20332" y="1887220"/>
                    <a:pt x="20332" y="1879600"/>
                    <a:pt x="20332" y="1877060"/>
                  </a:cubicBezTo>
                  <a:cubicBezTo>
                    <a:pt x="20332" y="1873250"/>
                    <a:pt x="20332" y="1865630"/>
                    <a:pt x="20332" y="1865630"/>
                  </a:cubicBezTo>
                  <a:cubicBezTo>
                    <a:pt x="20332" y="1865630"/>
                    <a:pt x="21602" y="1859280"/>
                    <a:pt x="22872" y="1855470"/>
                  </a:cubicBezTo>
                  <a:cubicBezTo>
                    <a:pt x="22872" y="1851660"/>
                    <a:pt x="25412" y="1845310"/>
                    <a:pt x="25412" y="1845310"/>
                  </a:cubicBezTo>
                  <a:cubicBezTo>
                    <a:pt x="25412" y="1845310"/>
                    <a:pt x="27952" y="1838960"/>
                    <a:pt x="29222" y="1836420"/>
                  </a:cubicBezTo>
                  <a:cubicBezTo>
                    <a:pt x="31762" y="1832610"/>
                    <a:pt x="34302" y="1826260"/>
                    <a:pt x="34302" y="1826260"/>
                  </a:cubicBezTo>
                  <a:cubicBezTo>
                    <a:pt x="34302" y="1826260"/>
                    <a:pt x="38112" y="1824990"/>
                    <a:pt x="38112" y="1822450"/>
                  </a:cubicBezTo>
                  <a:cubicBezTo>
                    <a:pt x="40652" y="1814830"/>
                    <a:pt x="20332" y="1783080"/>
                    <a:pt x="27952" y="1770380"/>
                  </a:cubicBezTo>
                  <a:cubicBezTo>
                    <a:pt x="36842" y="1755140"/>
                    <a:pt x="105422" y="1761490"/>
                    <a:pt x="110502" y="1746250"/>
                  </a:cubicBezTo>
                  <a:cubicBezTo>
                    <a:pt x="114312" y="1732280"/>
                    <a:pt x="64782" y="1705610"/>
                    <a:pt x="50812" y="1680210"/>
                  </a:cubicBezTo>
                  <a:cubicBezTo>
                    <a:pt x="38112" y="1656080"/>
                    <a:pt x="39382" y="1621790"/>
                    <a:pt x="29222" y="1598930"/>
                  </a:cubicBezTo>
                  <a:cubicBezTo>
                    <a:pt x="22872" y="1578610"/>
                    <a:pt x="8902" y="1568450"/>
                    <a:pt x="3822" y="1548130"/>
                  </a:cubicBezTo>
                  <a:cubicBezTo>
                    <a:pt x="-3798" y="1521460"/>
                    <a:pt x="2552" y="1483360"/>
                    <a:pt x="1282" y="1450340"/>
                  </a:cubicBezTo>
                  <a:cubicBezTo>
                    <a:pt x="1282" y="1418590"/>
                    <a:pt x="1282" y="1386840"/>
                    <a:pt x="1282" y="1356360"/>
                  </a:cubicBezTo>
                  <a:cubicBezTo>
                    <a:pt x="1282" y="1325880"/>
                    <a:pt x="1282" y="1268730"/>
                    <a:pt x="1282" y="1268730"/>
                  </a:cubicBezTo>
                  <a:moveTo>
                    <a:pt x="246392" y="240030"/>
                  </a:moveTo>
                  <a:cubicBezTo>
                    <a:pt x="254012" y="270510"/>
                    <a:pt x="254012" y="269240"/>
                    <a:pt x="254012" y="269240"/>
                  </a:cubicBezTo>
                  <a:cubicBezTo>
                    <a:pt x="255282" y="269240"/>
                    <a:pt x="262902" y="264160"/>
                    <a:pt x="264172" y="264160"/>
                  </a:cubicBezTo>
                  <a:cubicBezTo>
                    <a:pt x="264172" y="264160"/>
                    <a:pt x="270522" y="262890"/>
                    <a:pt x="274332" y="261620"/>
                  </a:cubicBezTo>
                  <a:cubicBezTo>
                    <a:pt x="278142" y="261620"/>
                    <a:pt x="284492" y="259080"/>
                    <a:pt x="284492" y="259080"/>
                  </a:cubicBezTo>
                  <a:cubicBezTo>
                    <a:pt x="284492" y="259080"/>
                    <a:pt x="292112" y="259080"/>
                    <a:pt x="295922" y="259080"/>
                  </a:cubicBezTo>
                  <a:cubicBezTo>
                    <a:pt x="298462" y="259080"/>
                    <a:pt x="302272" y="260350"/>
                    <a:pt x="304812" y="259080"/>
                  </a:cubicBezTo>
                  <a:cubicBezTo>
                    <a:pt x="307352" y="259080"/>
                    <a:pt x="309892" y="257810"/>
                    <a:pt x="311162" y="256540"/>
                  </a:cubicBezTo>
                  <a:cubicBezTo>
                    <a:pt x="312432" y="255270"/>
                    <a:pt x="312432" y="255270"/>
                    <a:pt x="313702" y="254000"/>
                  </a:cubicBezTo>
                  <a:cubicBezTo>
                    <a:pt x="314972" y="251460"/>
                    <a:pt x="318782" y="245110"/>
                    <a:pt x="318782" y="245110"/>
                  </a:cubicBezTo>
                  <a:cubicBezTo>
                    <a:pt x="318782" y="245110"/>
                    <a:pt x="325132" y="241300"/>
                    <a:pt x="325132" y="240030"/>
                  </a:cubicBezTo>
                  <a:cubicBezTo>
                    <a:pt x="323862" y="236220"/>
                    <a:pt x="280682" y="240030"/>
                    <a:pt x="266712" y="240030"/>
                  </a:cubicBezTo>
                  <a:cubicBezTo>
                    <a:pt x="257822" y="240030"/>
                    <a:pt x="246392" y="240030"/>
                    <a:pt x="246392" y="240030"/>
                  </a:cubicBezTo>
                  <a:moveTo>
                    <a:pt x="316242" y="1668780"/>
                  </a:moveTo>
                  <a:cubicBezTo>
                    <a:pt x="339102" y="1675130"/>
                    <a:pt x="340372" y="1675130"/>
                    <a:pt x="340372" y="1675130"/>
                  </a:cubicBezTo>
                  <a:cubicBezTo>
                    <a:pt x="341642" y="1673860"/>
                    <a:pt x="328942" y="1645920"/>
                    <a:pt x="325132" y="1634490"/>
                  </a:cubicBezTo>
                  <a:cubicBezTo>
                    <a:pt x="321322" y="1626870"/>
                    <a:pt x="317512" y="1615440"/>
                    <a:pt x="316242" y="1615440"/>
                  </a:cubicBezTo>
                  <a:cubicBezTo>
                    <a:pt x="313702" y="1616710"/>
                    <a:pt x="316242" y="1659890"/>
                    <a:pt x="316242" y="1666240"/>
                  </a:cubicBezTo>
                  <a:cubicBezTo>
                    <a:pt x="316242" y="1667510"/>
                    <a:pt x="316242" y="1668780"/>
                    <a:pt x="316242" y="1668780"/>
                  </a:cubicBezTo>
                  <a:moveTo>
                    <a:pt x="608342" y="916940"/>
                  </a:moveTo>
                  <a:cubicBezTo>
                    <a:pt x="608342" y="935990"/>
                    <a:pt x="608342" y="934720"/>
                    <a:pt x="608342" y="934720"/>
                  </a:cubicBezTo>
                  <a:cubicBezTo>
                    <a:pt x="608342" y="934720"/>
                    <a:pt x="614692" y="932180"/>
                    <a:pt x="618502" y="930910"/>
                  </a:cubicBezTo>
                  <a:cubicBezTo>
                    <a:pt x="621042" y="928370"/>
                    <a:pt x="627392" y="925830"/>
                    <a:pt x="627392" y="925830"/>
                  </a:cubicBezTo>
                  <a:cubicBezTo>
                    <a:pt x="627392" y="925830"/>
                    <a:pt x="635012" y="923290"/>
                    <a:pt x="637552" y="923290"/>
                  </a:cubicBezTo>
                  <a:cubicBezTo>
                    <a:pt x="641362" y="922020"/>
                    <a:pt x="647712" y="920750"/>
                    <a:pt x="647712" y="920750"/>
                  </a:cubicBezTo>
                  <a:cubicBezTo>
                    <a:pt x="648982" y="920750"/>
                    <a:pt x="647712" y="913130"/>
                    <a:pt x="648982" y="906780"/>
                  </a:cubicBezTo>
                  <a:cubicBezTo>
                    <a:pt x="650252" y="894080"/>
                    <a:pt x="668032" y="855980"/>
                    <a:pt x="664222" y="853440"/>
                  </a:cubicBezTo>
                  <a:cubicBezTo>
                    <a:pt x="659142" y="850900"/>
                    <a:pt x="608342" y="916940"/>
                    <a:pt x="608342" y="916940"/>
                  </a:cubicBezTo>
                  <a:moveTo>
                    <a:pt x="675652" y="811530"/>
                  </a:moveTo>
                  <a:cubicBezTo>
                    <a:pt x="723912" y="759460"/>
                    <a:pt x="721372" y="759460"/>
                    <a:pt x="717562" y="759460"/>
                  </a:cubicBezTo>
                  <a:cubicBezTo>
                    <a:pt x="709942" y="758190"/>
                    <a:pt x="685812" y="750570"/>
                    <a:pt x="678192" y="758190"/>
                  </a:cubicBezTo>
                  <a:cubicBezTo>
                    <a:pt x="669302" y="765810"/>
                    <a:pt x="675652" y="811530"/>
                    <a:pt x="675652" y="811530"/>
                  </a:cubicBezTo>
                  <a:moveTo>
                    <a:pt x="822972" y="1258570"/>
                  </a:moveTo>
                  <a:cubicBezTo>
                    <a:pt x="825512" y="1270000"/>
                    <a:pt x="829322" y="1266190"/>
                    <a:pt x="829322" y="1263650"/>
                  </a:cubicBezTo>
                  <a:cubicBezTo>
                    <a:pt x="830592" y="1262380"/>
                    <a:pt x="830592" y="1258570"/>
                    <a:pt x="829322" y="1257300"/>
                  </a:cubicBezTo>
                  <a:cubicBezTo>
                    <a:pt x="828052" y="1257300"/>
                    <a:pt x="826782" y="1258570"/>
                    <a:pt x="825512" y="1258570"/>
                  </a:cubicBezTo>
                  <a:cubicBezTo>
                    <a:pt x="825512" y="1258570"/>
                    <a:pt x="822972" y="1258570"/>
                    <a:pt x="822972" y="1258570"/>
                  </a:cubicBezTo>
                  <a:moveTo>
                    <a:pt x="1071892" y="843280"/>
                  </a:moveTo>
                  <a:cubicBezTo>
                    <a:pt x="1129042" y="885190"/>
                    <a:pt x="1146822" y="885190"/>
                    <a:pt x="1153172" y="880110"/>
                  </a:cubicBezTo>
                  <a:cubicBezTo>
                    <a:pt x="1158252" y="877570"/>
                    <a:pt x="1162062" y="867410"/>
                    <a:pt x="1159522" y="863600"/>
                  </a:cubicBezTo>
                  <a:cubicBezTo>
                    <a:pt x="1155712" y="855980"/>
                    <a:pt x="1122692" y="857250"/>
                    <a:pt x="1106182" y="853440"/>
                  </a:cubicBezTo>
                  <a:cubicBezTo>
                    <a:pt x="1093482" y="850900"/>
                    <a:pt x="1071892" y="843280"/>
                    <a:pt x="1071892" y="843280"/>
                  </a:cubicBezTo>
                  <a:moveTo>
                    <a:pt x="1254772" y="1539240"/>
                  </a:moveTo>
                  <a:cubicBezTo>
                    <a:pt x="1266202" y="1537970"/>
                    <a:pt x="1264932" y="1534160"/>
                    <a:pt x="1263662" y="1534160"/>
                  </a:cubicBezTo>
                  <a:cubicBezTo>
                    <a:pt x="1262392" y="1532890"/>
                    <a:pt x="1254772" y="1539240"/>
                    <a:pt x="1254772" y="1539240"/>
                  </a:cubicBezTo>
                  <a:moveTo>
                    <a:pt x="1551952" y="889000"/>
                  </a:moveTo>
                  <a:cubicBezTo>
                    <a:pt x="1572272" y="927100"/>
                    <a:pt x="1577352" y="995680"/>
                    <a:pt x="1577352" y="1014730"/>
                  </a:cubicBezTo>
                  <a:cubicBezTo>
                    <a:pt x="1577352" y="1022350"/>
                    <a:pt x="1574812" y="1027430"/>
                    <a:pt x="1574812" y="1029970"/>
                  </a:cubicBezTo>
                  <a:cubicBezTo>
                    <a:pt x="1574812" y="1029970"/>
                    <a:pt x="1574812" y="1029970"/>
                    <a:pt x="1576082" y="1029970"/>
                  </a:cubicBezTo>
                  <a:cubicBezTo>
                    <a:pt x="1579892" y="1029970"/>
                    <a:pt x="1607832" y="962660"/>
                    <a:pt x="1624342" y="952500"/>
                  </a:cubicBezTo>
                  <a:cubicBezTo>
                    <a:pt x="1633232" y="946150"/>
                    <a:pt x="1644662" y="949960"/>
                    <a:pt x="1649742" y="946150"/>
                  </a:cubicBezTo>
                  <a:cubicBezTo>
                    <a:pt x="1652282" y="944880"/>
                    <a:pt x="1652282" y="942340"/>
                    <a:pt x="1653552" y="938530"/>
                  </a:cubicBezTo>
                  <a:cubicBezTo>
                    <a:pt x="1656092" y="935990"/>
                    <a:pt x="1659902" y="930910"/>
                    <a:pt x="1659902" y="930910"/>
                  </a:cubicBezTo>
                  <a:cubicBezTo>
                    <a:pt x="1659902" y="929640"/>
                    <a:pt x="1664982" y="925830"/>
                    <a:pt x="1667522" y="923290"/>
                  </a:cubicBezTo>
                  <a:cubicBezTo>
                    <a:pt x="1670062" y="920750"/>
                    <a:pt x="1673872" y="915670"/>
                    <a:pt x="1675142" y="915670"/>
                  </a:cubicBezTo>
                  <a:cubicBezTo>
                    <a:pt x="1675142" y="915670"/>
                    <a:pt x="1681492" y="911860"/>
                    <a:pt x="1684032" y="910590"/>
                  </a:cubicBezTo>
                  <a:cubicBezTo>
                    <a:pt x="1685302" y="909320"/>
                    <a:pt x="1686572" y="909320"/>
                    <a:pt x="1687842" y="908050"/>
                  </a:cubicBezTo>
                  <a:cubicBezTo>
                    <a:pt x="1690382" y="904240"/>
                    <a:pt x="1690382" y="889000"/>
                    <a:pt x="1689112" y="889000"/>
                  </a:cubicBezTo>
                  <a:cubicBezTo>
                    <a:pt x="1687842" y="889000"/>
                    <a:pt x="1607832" y="889000"/>
                    <a:pt x="1582432" y="889000"/>
                  </a:cubicBezTo>
                  <a:cubicBezTo>
                    <a:pt x="1569732" y="889000"/>
                    <a:pt x="1551952" y="889000"/>
                    <a:pt x="1551952" y="889000"/>
                  </a:cubicBezTo>
                  <a:moveTo>
                    <a:pt x="1765312" y="449580"/>
                  </a:moveTo>
                  <a:cubicBezTo>
                    <a:pt x="1807222" y="448310"/>
                    <a:pt x="1781822" y="440690"/>
                    <a:pt x="1776742" y="441960"/>
                  </a:cubicBezTo>
                  <a:cubicBezTo>
                    <a:pt x="1774202" y="441960"/>
                    <a:pt x="1772932" y="445770"/>
                    <a:pt x="1772932" y="445770"/>
                  </a:cubicBezTo>
                  <a:cubicBezTo>
                    <a:pt x="1772932" y="445770"/>
                    <a:pt x="1765312" y="449580"/>
                    <a:pt x="1765312" y="449580"/>
                  </a:cubicBezTo>
                  <a:moveTo>
                    <a:pt x="1868182" y="891540"/>
                  </a:moveTo>
                  <a:cubicBezTo>
                    <a:pt x="1885962" y="935990"/>
                    <a:pt x="1888502" y="966470"/>
                    <a:pt x="1889772" y="966470"/>
                  </a:cubicBezTo>
                  <a:cubicBezTo>
                    <a:pt x="1892312" y="965200"/>
                    <a:pt x="1891042" y="914400"/>
                    <a:pt x="1891042" y="901700"/>
                  </a:cubicBezTo>
                  <a:cubicBezTo>
                    <a:pt x="1891042" y="896620"/>
                    <a:pt x="1893582" y="894080"/>
                    <a:pt x="1891042" y="891540"/>
                  </a:cubicBezTo>
                  <a:cubicBezTo>
                    <a:pt x="1888502" y="887730"/>
                    <a:pt x="1868182" y="891540"/>
                    <a:pt x="1868182" y="891540"/>
                  </a:cubicBezTo>
                  <a:moveTo>
                    <a:pt x="2023122" y="1705610"/>
                  </a:moveTo>
                  <a:cubicBezTo>
                    <a:pt x="2033282" y="1705610"/>
                    <a:pt x="2032012" y="1701800"/>
                    <a:pt x="2030742" y="1701800"/>
                  </a:cubicBezTo>
                  <a:cubicBezTo>
                    <a:pt x="2029472" y="1700530"/>
                    <a:pt x="2023122" y="1705610"/>
                    <a:pt x="2023122" y="1705610"/>
                  </a:cubicBezTo>
                  <a:moveTo>
                    <a:pt x="2118372" y="942340"/>
                  </a:moveTo>
                  <a:cubicBezTo>
                    <a:pt x="2120912" y="952500"/>
                    <a:pt x="2125992" y="948690"/>
                    <a:pt x="2127262" y="948690"/>
                  </a:cubicBezTo>
                  <a:cubicBezTo>
                    <a:pt x="2127262" y="948690"/>
                    <a:pt x="2133612" y="946150"/>
                    <a:pt x="2137422" y="946150"/>
                  </a:cubicBezTo>
                  <a:cubicBezTo>
                    <a:pt x="2139962" y="944880"/>
                    <a:pt x="2147582" y="943610"/>
                    <a:pt x="2147582" y="943610"/>
                  </a:cubicBezTo>
                  <a:cubicBezTo>
                    <a:pt x="2147582" y="943610"/>
                    <a:pt x="2153932" y="943610"/>
                    <a:pt x="2157742" y="943610"/>
                  </a:cubicBezTo>
                  <a:cubicBezTo>
                    <a:pt x="2161552" y="943610"/>
                    <a:pt x="2167902" y="942340"/>
                    <a:pt x="2167902" y="943610"/>
                  </a:cubicBezTo>
                  <a:cubicBezTo>
                    <a:pt x="2167902" y="943610"/>
                    <a:pt x="2175522" y="944880"/>
                    <a:pt x="2178062" y="944880"/>
                  </a:cubicBezTo>
                  <a:cubicBezTo>
                    <a:pt x="2181872" y="946150"/>
                    <a:pt x="2188222" y="947420"/>
                    <a:pt x="2189492" y="947420"/>
                  </a:cubicBezTo>
                  <a:cubicBezTo>
                    <a:pt x="2189492" y="947420"/>
                    <a:pt x="2189492" y="948690"/>
                    <a:pt x="2189492" y="948690"/>
                  </a:cubicBezTo>
                  <a:cubicBezTo>
                    <a:pt x="2189492" y="947420"/>
                    <a:pt x="2192032" y="925830"/>
                    <a:pt x="2189492" y="924560"/>
                  </a:cubicBezTo>
                  <a:cubicBezTo>
                    <a:pt x="2186952" y="923290"/>
                    <a:pt x="2183142" y="935990"/>
                    <a:pt x="2176792" y="939800"/>
                  </a:cubicBezTo>
                  <a:cubicBezTo>
                    <a:pt x="2165362" y="944880"/>
                    <a:pt x="2118372" y="942340"/>
                    <a:pt x="2118372" y="942340"/>
                  </a:cubicBezTo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83" id="83"/>
          <p:cNvGrpSpPr/>
          <p:nvPr/>
        </p:nvGrpSpPr>
        <p:grpSpPr>
          <a:xfrm rot="0">
            <a:off x="10239375" y="3698558"/>
            <a:ext cx="474345" cy="253365"/>
            <a:chOff x="0" y="0"/>
            <a:chExt cx="632460" cy="337820"/>
          </a:xfrm>
        </p:grpSpPr>
        <p:sp>
          <p:nvSpPr>
            <p:cNvPr name="Freeform 84" id="84"/>
            <p:cNvSpPr/>
            <p:nvPr/>
          </p:nvSpPr>
          <p:spPr>
            <a:xfrm flipH="false" flipV="false" rot="0">
              <a:off x="50712" y="48071"/>
              <a:ext cx="531720" cy="241658"/>
            </a:xfrm>
            <a:custGeom>
              <a:avLst/>
              <a:gdLst/>
              <a:ahLst/>
              <a:cxnLst/>
              <a:rect r="r" b="b" t="t" l="l"/>
              <a:pathLst>
                <a:path h="241658" w="531720">
                  <a:moveTo>
                    <a:pt x="77558" y="28129"/>
                  </a:moveTo>
                  <a:cubicBezTo>
                    <a:pt x="384898" y="20509"/>
                    <a:pt x="430618" y="-2351"/>
                    <a:pt x="463638" y="3999"/>
                  </a:cubicBezTo>
                  <a:cubicBezTo>
                    <a:pt x="485228" y="7809"/>
                    <a:pt x="503008" y="20509"/>
                    <a:pt x="514438" y="33209"/>
                  </a:cubicBezTo>
                  <a:cubicBezTo>
                    <a:pt x="523328" y="43369"/>
                    <a:pt x="529678" y="56069"/>
                    <a:pt x="530948" y="70039"/>
                  </a:cubicBezTo>
                  <a:cubicBezTo>
                    <a:pt x="533488" y="86549"/>
                    <a:pt x="529678" y="111949"/>
                    <a:pt x="520788" y="127189"/>
                  </a:cubicBezTo>
                  <a:cubicBezTo>
                    <a:pt x="511898" y="143699"/>
                    <a:pt x="489038" y="169099"/>
                    <a:pt x="475068" y="165289"/>
                  </a:cubicBezTo>
                  <a:cubicBezTo>
                    <a:pt x="452208" y="157669"/>
                    <a:pt x="405218" y="24319"/>
                    <a:pt x="419188" y="5269"/>
                  </a:cubicBezTo>
                  <a:cubicBezTo>
                    <a:pt x="428078" y="-4891"/>
                    <a:pt x="461098" y="1459"/>
                    <a:pt x="477608" y="9079"/>
                  </a:cubicBezTo>
                  <a:cubicBezTo>
                    <a:pt x="495388" y="15429"/>
                    <a:pt x="511898" y="33209"/>
                    <a:pt x="520788" y="49719"/>
                  </a:cubicBezTo>
                  <a:cubicBezTo>
                    <a:pt x="528408" y="66229"/>
                    <a:pt x="529678" y="90359"/>
                    <a:pt x="524598" y="108139"/>
                  </a:cubicBezTo>
                  <a:cubicBezTo>
                    <a:pt x="519518" y="125919"/>
                    <a:pt x="509358" y="141159"/>
                    <a:pt x="489038" y="155129"/>
                  </a:cubicBezTo>
                  <a:cubicBezTo>
                    <a:pt x="442048" y="186879"/>
                    <a:pt x="285838" y="224979"/>
                    <a:pt x="212178" y="236409"/>
                  </a:cubicBezTo>
                  <a:cubicBezTo>
                    <a:pt x="165188" y="244029"/>
                    <a:pt x="123278" y="241489"/>
                    <a:pt x="95338" y="237679"/>
                  </a:cubicBezTo>
                  <a:cubicBezTo>
                    <a:pt x="77558" y="236409"/>
                    <a:pt x="67398" y="236409"/>
                    <a:pt x="54698" y="228789"/>
                  </a:cubicBezTo>
                  <a:cubicBezTo>
                    <a:pt x="39458" y="219899"/>
                    <a:pt x="21678" y="200849"/>
                    <a:pt x="14058" y="183069"/>
                  </a:cubicBezTo>
                  <a:cubicBezTo>
                    <a:pt x="7708" y="165289"/>
                    <a:pt x="7708" y="139889"/>
                    <a:pt x="14058" y="122109"/>
                  </a:cubicBezTo>
                  <a:cubicBezTo>
                    <a:pt x="20408" y="103059"/>
                    <a:pt x="33108" y="87819"/>
                    <a:pt x="54698" y="75119"/>
                  </a:cubicBezTo>
                  <a:cubicBezTo>
                    <a:pt x="96608" y="53529"/>
                    <a:pt x="217258" y="38289"/>
                    <a:pt x="270598" y="43369"/>
                  </a:cubicBezTo>
                  <a:cubicBezTo>
                    <a:pt x="302348" y="47179"/>
                    <a:pt x="330288" y="56069"/>
                    <a:pt x="346798" y="71309"/>
                  </a:cubicBezTo>
                  <a:cubicBezTo>
                    <a:pt x="359498" y="84009"/>
                    <a:pt x="367118" y="104329"/>
                    <a:pt x="368388" y="122109"/>
                  </a:cubicBezTo>
                  <a:cubicBezTo>
                    <a:pt x="369658" y="138619"/>
                    <a:pt x="367118" y="160209"/>
                    <a:pt x="355688" y="175449"/>
                  </a:cubicBezTo>
                  <a:cubicBezTo>
                    <a:pt x="341718" y="193229"/>
                    <a:pt x="308698" y="214819"/>
                    <a:pt x="285838" y="216089"/>
                  </a:cubicBezTo>
                  <a:cubicBezTo>
                    <a:pt x="261708" y="216089"/>
                    <a:pt x="227418" y="197039"/>
                    <a:pt x="212178" y="180529"/>
                  </a:cubicBezTo>
                  <a:cubicBezTo>
                    <a:pt x="200748" y="166559"/>
                    <a:pt x="195668" y="144969"/>
                    <a:pt x="195668" y="127189"/>
                  </a:cubicBezTo>
                  <a:cubicBezTo>
                    <a:pt x="196938" y="109409"/>
                    <a:pt x="204558" y="89089"/>
                    <a:pt x="214718" y="75119"/>
                  </a:cubicBezTo>
                  <a:cubicBezTo>
                    <a:pt x="226148" y="62419"/>
                    <a:pt x="243928" y="49719"/>
                    <a:pt x="261708" y="45909"/>
                  </a:cubicBezTo>
                  <a:cubicBezTo>
                    <a:pt x="278218" y="40829"/>
                    <a:pt x="299808" y="43369"/>
                    <a:pt x="316318" y="49719"/>
                  </a:cubicBezTo>
                  <a:cubicBezTo>
                    <a:pt x="332828" y="56069"/>
                    <a:pt x="349338" y="71309"/>
                    <a:pt x="356958" y="86549"/>
                  </a:cubicBezTo>
                  <a:cubicBezTo>
                    <a:pt x="365848" y="101789"/>
                    <a:pt x="372198" y="122109"/>
                    <a:pt x="368388" y="139889"/>
                  </a:cubicBezTo>
                  <a:cubicBezTo>
                    <a:pt x="363308" y="162749"/>
                    <a:pt x="345528" y="190689"/>
                    <a:pt x="321398" y="205929"/>
                  </a:cubicBezTo>
                  <a:cubicBezTo>
                    <a:pt x="290918" y="227519"/>
                    <a:pt x="231228" y="232599"/>
                    <a:pt x="188048" y="237679"/>
                  </a:cubicBezTo>
                  <a:cubicBezTo>
                    <a:pt x="148678" y="241489"/>
                    <a:pt x="104228" y="245299"/>
                    <a:pt x="75018" y="235139"/>
                  </a:cubicBezTo>
                  <a:cubicBezTo>
                    <a:pt x="53428" y="228789"/>
                    <a:pt x="34378" y="216089"/>
                    <a:pt x="24218" y="200849"/>
                  </a:cubicBezTo>
                  <a:cubicBezTo>
                    <a:pt x="12788" y="185609"/>
                    <a:pt x="7708" y="158939"/>
                    <a:pt x="8978" y="141159"/>
                  </a:cubicBezTo>
                  <a:cubicBezTo>
                    <a:pt x="10248" y="127189"/>
                    <a:pt x="16598" y="114489"/>
                    <a:pt x="24218" y="103059"/>
                  </a:cubicBezTo>
                  <a:cubicBezTo>
                    <a:pt x="31838" y="91629"/>
                    <a:pt x="38188" y="82739"/>
                    <a:pt x="54698" y="75119"/>
                  </a:cubicBezTo>
                  <a:cubicBezTo>
                    <a:pt x="86448" y="62419"/>
                    <a:pt x="161378" y="75119"/>
                    <a:pt x="222338" y="64959"/>
                  </a:cubicBezTo>
                  <a:cubicBezTo>
                    <a:pt x="294728" y="53529"/>
                    <a:pt x="414108" y="-1081"/>
                    <a:pt x="458558" y="2729"/>
                  </a:cubicBezTo>
                  <a:cubicBezTo>
                    <a:pt x="476338" y="3999"/>
                    <a:pt x="485228" y="9079"/>
                    <a:pt x="495388" y="19239"/>
                  </a:cubicBezTo>
                  <a:cubicBezTo>
                    <a:pt x="508088" y="29399"/>
                    <a:pt x="523328" y="50989"/>
                    <a:pt x="525868" y="68769"/>
                  </a:cubicBezTo>
                  <a:cubicBezTo>
                    <a:pt x="529678" y="86549"/>
                    <a:pt x="525868" y="110679"/>
                    <a:pt x="515708" y="127189"/>
                  </a:cubicBezTo>
                  <a:cubicBezTo>
                    <a:pt x="506818" y="142429"/>
                    <a:pt x="483958" y="167829"/>
                    <a:pt x="469988" y="164019"/>
                  </a:cubicBezTo>
                  <a:cubicBezTo>
                    <a:pt x="448398" y="156399"/>
                    <a:pt x="409028" y="25589"/>
                    <a:pt x="424268" y="6539"/>
                  </a:cubicBezTo>
                  <a:cubicBezTo>
                    <a:pt x="431888" y="-4891"/>
                    <a:pt x="466178" y="3999"/>
                    <a:pt x="482688" y="9079"/>
                  </a:cubicBezTo>
                  <a:cubicBezTo>
                    <a:pt x="495388" y="14159"/>
                    <a:pt x="505548" y="23049"/>
                    <a:pt x="514438" y="33209"/>
                  </a:cubicBezTo>
                  <a:cubicBezTo>
                    <a:pt x="522058" y="43369"/>
                    <a:pt x="529678" y="56069"/>
                    <a:pt x="530948" y="70039"/>
                  </a:cubicBezTo>
                  <a:cubicBezTo>
                    <a:pt x="533488" y="86549"/>
                    <a:pt x="529678" y="111949"/>
                    <a:pt x="520788" y="127189"/>
                  </a:cubicBezTo>
                  <a:cubicBezTo>
                    <a:pt x="511898" y="143699"/>
                    <a:pt x="495388" y="155129"/>
                    <a:pt x="475068" y="165289"/>
                  </a:cubicBezTo>
                  <a:cubicBezTo>
                    <a:pt x="442048" y="179259"/>
                    <a:pt x="387438" y="184339"/>
                    <a:pt x="334098" y="188149"/>
                  </a:cubicBezTo>
                  <a:cubicBezTo>
                    <a:pt x="261708" y="193229"/>
                    <a:pt x="130898" y="194499"/>
                    <a:pt x="77558" y="185609"/>
                  </a:cubicBezTo>
                  <a:cubicBezTo>
                    <a:pt x="53428" y="180529"/>
                    <a:pt x="39458" y="176719"/>
                    <a:pt x="25488" y="165289"/>
                  </a:cubicBezTo>
                  <a:cubicBezTo>
                    <a:pt x="12788" y="153859"/>
                    <a:pt x="1358" y="133539"/>
                    <a:pt x="88" y="115759"/>
                  </a:cubicBezTo>
                  <a:cubicBezTo>
                    <a:pt x="-1182" y="95439"/>
                    <a:pt x="11518" y="62419"/>
                    <a:pt x="25488" y="47179"/>
                  </a:cubicBezTo>
                  <a:cubicBezTo>
                    <a:pt x="39458" y="34479"/>
                    <a:pt x="77558" y="28129"/>
                    <a:pt x="77558" y="28129"/>
                  </a:cubicBezTo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85" id="85"/>
          <p:cNvGrpSpPr/>
          <p:nvPr/>
        </p:nvGrpSpPr>
        <p:grpSpPr>
          <a:xfrm rot="0">
            <a:off x="12462510" y="2678430"/>
            <a:ext cx="1262062" cy="1317308"/>
            <a:chOff x="0" y="0"/>
            <a:chExt cx="1682750" cy="1756410"/>
          </a:xfrm>
        </p:grpSpPr>
        <p:sp>
          <p:nvSpPr>
            <p:cNvPr name="Freeform 86" id="86"/>
            <p:cNvSpPr/>
            <p:nvPr/>
          </p:nvSpPr>
          <p:spPr>
            <a:xfrm flipH="false" flipV="false" rot="0">
              <a:off x="46038" y="50608"/>
              <a:ext cx="1585081" cy="1655248"/>
            </a:xfrm>
            <a:custGeom>
              <a:avLst/>
              <a:gdLst/>
              <a:ahLst/>
              <a:cxnLst/>
              <a:rect r="r" b="b" t="t" l="l"/>
              <a:pathLst>
                <a:path h="1655248" w="1585081">
                  <a:moveTo>
                    <a:pt x="173672" y="78932"/>
                  </a:moveTo>
                  <a:cubicBezTo>
                    <a:pt x="181292" y="318962"/>
                    <a:pt x="213042" y="411672"/>
                    <a:pt x="221932" y="508192"/>
                  </a:cubicBezTo>
                  <a:cubicBezTo>
                    <a:pt x="232092" y="621222"/>
                    <a:pt x="238442" y="819342"/>
                    <a:pt x="224472" y="877762"/>
                  </a:cubicBezTo>
                  <a:cubicBezTo>
                    <a:pt x="219392" y="896812"/>
                    <a:pt x="215582" y="904432"/>
                    <a:pt x="205422" y="914592"/>
                  </a:cubicBezTo>
                  <a:cubicBezTo>
                    <a:pt x="192722" y="926022"/>
                    <a:pt x="167322" y="939992"/>
                    <a:pt x="150812" y="942532"/>
                  </a:cubicBezTo>
                  <a:cubicBezTo>
                    <a:pt x="136842" y="945072"/>
                    <a:pt x="122872" y="943802"/>
                    <a:pt x="108902" y="937452"/>
                  </a:cubicBezTo>
                  <a:cubicBezTo>
                    <a:pt x="93662" y="929832"/>
                    <a:pt x="74612" y="920942"/>
                    <a:pt x="63182" y="896812"/>
                  </a:cubicBezTo>
                  <a:cubicBezTo>
                    <a:pt x="39052" y="844742"/>
                    <a:pt x="61912" y="663132"/>
                    <a:pt x="51752" y="594552"/>
                  </a:cubicBezTo>
                  <a:cubicBezTo>
                    <a:pt x="46672" y="558992"/>
                    <a:pt x="35242" y="541212"/>
                    <a:pt x="31432" y="513272"/>
                  </a:cubicBezTo>
                  <a:cubicBezTo>
                    <a:pt x="27622" y="482792"/>
                    <a:pt x="23812" y="442152"/>
                    <a:pt x="31432" y="416752"/>
                  </a:cubicBezTo>
                  <a:cubicBezTo>
                    <a:pt x="37782" y="395162"/>
                    <a:pt x="51752" y="376112"/>
                    <a:pt x="65722" y="364682"/>
                  </a:cubicBezTo>
                  <a:cubicBezTo>
                    <a:pt x="77152" y="354522"/>
                    <a:pt x="91122" y="350712"/>
                    <a:pt x="105092" y="348172"/>
                  </a:cubicBezTo>
                  <a:cubicBezTo>
                    <a:pt x="119062" y="346902"/>
                    <a:pt x="134302" y="348172"/>
                    <a:pt x="147002" y="353252"/>
                  </a:cubicBezTo>
                  <a:cubicBezTo>
                    <a:pt x="159702" y="357062"/>
                    <a:pt x="173672" y="365952"/>
                    <a:pt x="182562" y="376112"/>
                  </a:cubicBezTo>
                  <a:cubicBezTo>
                    <a:pt x="191452" y="386272"/>
                    <a:pt x="197802" y="393892"/>
                    <a:pt x="202882" y="412942"/>
                  </a:cubicBezTo>
                  <a:cubicBezTo>
                    <a:pt x="218122" y="472632"/>
                    <a:pt x="197802" y="702502"/>
                    <a:pt x="206692" y="788862"/>
                  </a:cubicBezTo>
                  <a:cubicBezTo>
                    <a:pt x="210502" y="834582"/>
                    <a:pt x="223202" y="854902"/>
                    <a:pt x="227012" y="893002"/>
                  </a:cubicBezTo>
                  <a:cubicBezTo>
                    <a:pt x="232092" y="942532"/>
                    <a:pt x="237172" y="1020002"/>
                    <a:pt x="229552" y="1060642"/>
                  </a:cubicBezTo>
                  <a:cubicBezTo>
                    <a:pt x="224472" y="1086042"/>
                    <a:pt x="219392" y="1105092"/>
                    <a:pt x="206692" y="1120332"/>
                  </a:cubicBezTo>
                  <a:cubicBezTo>
                    <a:pt x="193992" y="1135572"/>
                    <a:pt x="169862" y="1147002"/>
                    <a:pt x="150812" y="1149542"/>
                  </a:cubicBezTo>
                  <a:cubicBezTo>
                    <a:pt x="131762" y="1152082"/>
                    <a:pt x="105092" y="1145732"/>
                    <a:pt x="89852" y="1134302"/>
                  </a:cubicBezTo>
                  <a:cubicBezTo>
                    <a:pt x="73342" y="1122872"/>
                    <a:pt x="64452" y="1108902"/>
                    <a:pt x="53022" y="1082232"/>
                  </a:cubicBezTo>
                  <a:cubicBezTo>
                    <a:pt x="31432" y="1028892"/>
                    <a:pt x="-2858" y="866332"/>
                    <a:pt x="6032" y="810452"/>
                  </a:cubicBezTo>
                  <a:cubicBezTo>
                    <a:pt x="11112" y="783782"/>
                    <a:pt x="23812" y="767272"/>
                    <a:pt x="36512" y="754572"/>
                  </a:cubicBezTo>
                  <a:cubicBezTo>
                    <a:pt x="46672" y="743142"/>
                    <a:pt x="60642" y="738062"/>
                    <a:pt x="74612" y="734252"/>
                  </a:cubicBezTo>
                  <a:cubicBezTo>
                    <a:pt x="87312" y="731712"/>
                    <a:pt x="103822" y="731712"/>
                    <a:pt x="117792" y="734252"/>
                  </a:cubicBezTo>
                  <a:cubicBezTo>
                    <a:pt x="130492" y="738062"/>
                    <a:pt x="144462" y="745682"/>
                    <a:pt x="154622" y="754572"/>
                  </a:cubicBezTo>
                  <a:cubicBezTo>
                    <a:pt x="164782" y="763462"/>
                    <a:pt x="173672" y="772352"/>
                    <a:pt x="178752" y="790132"/>
                  </a:cubicBezTo>
                  <a:cubicBezTo>
                    <a:pt x="191452" y="828232"/>
                    <a:pt x="173672" y="941262"/>
                    <a:pt x="183832" y="993332"/>
                  </a:cubicBezTo>
                  <a:cubicBezTo>
                    <a:pt x="190182" y="1026352"/>
                    <a:pt x="199072" y="1041592"/>
                    <a:pt x="214312" y="1072072"/>
                  </a:cubicBezTo>
                  <a:cubicBezTo>
                    <a:pt x="237172" y="1115252"/>
                    <a:pt x="280352" y="1197802"/>
                    <a:pt x="319722" y="1223202"/>
                  </a:cubicBezTo>
                  <a:cubicBezTo>
                    <a:pt x="346392" y="1242252"/>
                    <a:pt x="376872" y="1251142"/>
                    <a:pt x="404812" y="1243522"/>
                  </a:cubicBezTo>
                  <a:cubicBezTo>
                    <a:pt x="444182" y="1233362"/>
                    <a:pt x="507682" y="1129222"/>
                    <a:pt x="524192" y="1136842"/>
                  </a:cubicBezTo>
                  <a:cubicBezTo>
                    <a:pt x="535622" y="1141922"/>
                    <a:pt x="533082" y="1197802"/>
                    <a:pt x="520382" y="1218122"/>
                  </a:cubicBezTo>
                  <a:cubicBezTo>
                    <a:pt x="508952" y="1238442"/>
                    <a:pt x="484822" y="1249872"/>
                    <a:pt x="451802" y="1258762"/>
                  </a:cubicBezTo>
                  <a:cubicBezTo>
                    <a:pt x="392112" y="1275272"/>
                    <a:pt x="230822" y="1265112"/>
                    <a:pt x="180022" y="1258762"/>
                  </a:cubicBezTo>
                  <a:cubicBezTo>
                    <a:pt x="159702" y="1256222"/>
                    <a:pt x="150812" y="1254952"/>
                    <a:pt x="138112" y="1248602"/>
                  </a:cubicBezTo>
                  <a:cubicBezTo>
                    <a:pt x="125412" y="1242252"/>
                    <a:pt x="113982" y="1232092"/>
                    <a:pt x="106362" y="1219392"/>
                  </a:cubicBezTo>
                  <a:cubicBezTo>
                    <a:pt x="96202" y="1204152"/>
                    <a:pt x="89852" y="1176212"/>
                    <a:pt x="91122" y="1158432"/>
                  </a:cubicBezTo>
                  <a:cubicBezTo>
                    <a:pt x="91122" y="1143192"/>
                    <a:pt x="97472" y="1129222"/>
                    <a:pt x="106362" y="1117792"/>
                  </a:cubicBezTo>
                  <a:cubicBezTo>
                    <a:pt x="113982" y="1106362"/>
                    <a:pt x="125412" y="1096202"/>
                    <a:pt x="138112" y="1089852"/>
                  </a:cubicBezTo>
                  <a:cubicBezTo>
                    <a:pt x="150812" y="1083502"/>
                    <a:pt x="160972" y="1080962"/>
                    <a:pt x="180022" y="1079692"/>
                  </a:cubicBezTo>
                  <a:cubicBezTo>
                    <a:pt x="218122" y="1074612"/>
                    <a:pt x="307022" y="1078422"/>
                    <a:pt x="355282" y="1084772"/>
                  </a:cubicBezTo>
                  <a:cubicBezTo>
                    <a:pt x="388302" y="1088582"/>
                    <a:pt x="402272" y="1097472"/>
                    <a:pt x="440372" y="1101282"/>
                  </a:cubicBezTo>
                  <a:cubicBezTo>
                    <a:pt x="522922" y="1110172"/>
                    <a:pt x="759142" y="1083502"/>
                    <a:pt x="826452" y="1105092"/>
                  </a:cubicBezTo>
                  <a:cubicBezTo>
                    <a:pt x="853122" y="1113982"/>
                    <a:pt x="867092" y="1124142"/>
                    <a:pt x="878522" y="1140652"/>
                  </a:cubicBezTo>
                  <a:cubicBezTo>
                    <a:pt x="888682" y="1157162"/>
                    <a:pt x="893762" y="1183832"/>
                    <a:pt x="893762" y="1202882"/>
                  </a:cubicBezTo>
                  <a:cubicBezTo>
                    <a:pt x="892492" y="1216852"/>
                    <a:pt x="887412" y="1230822"/>
                    <a:pt x="878522" y="1242252"/>
                  </a:cubicBezTo>
                  <a:cubicBezTo>
                    <a:pt x="867092" y="1256222"/>
                    <a:pt x="851852" y="1270192"/>
                    <a:pt x="826452" y="1277812"/>
                  </a:cubicBezTo>
                  <a:cubicBezTo>
                    <a:pt x="771842" y="1295592"/>
                    <a:pt x="601662" y="1247332"/>
                    <a:pt x="552132" y="1280352"/>
                  </a:cubicBezTo>
                  <a:cubicBezTo>
                    <a:pt x="521652" y="1301942"/>
                    <a:pt x="531812" y="1356552"/>
                    <a:pt x="510222" y="1385762"/>
                  </a:cubicBezTo>
                  <a:cubicBezTo>
                    <a:pt x="488632" y="1414972"/>
                    <a:pt x="454342" y="1447992"/>
                    <a:pt x="422592" y="1458152"/>
                  </a:cubicBezTo>
                  <a:cubicBezTo>
                    <a:pt x="394652" y="1465772"/>
                    <a:pt x="359092" y="1454342"/>
                    <a:pt x="331152" y="1446722"/>
                  </a:cubicBezTo>
                  <a:cubicBezTo>
                    <a:pt x="304482" y="1437832"/>
                    <a:pt x="286702" y="1428942"/>
                    <a:pt x="260032" y="1411162"/>
                  </a:cubicBezTo>
                  <a:cubicBezTo>
                    <a:pt x="215582" y="1381952"/>
                    <a:pt x="134302" y="1332422"/>
                    <a:pt x="100012" y="1276542"/>
                  </a:cubicBezTo>
                  <a:cubicBezTo>
                    <a:pt x="65722" y="1224472"/>
                    <a:pt x="18732" y="1130492"/>
                    <a:pt x="50482" y="1088582"/>
                  </a:cubicBezTo>
                  <a:cubicBezTo>
                    <a:pt x="107632" y="1012382"/>
                    <a:pt x="582612" y="1072072"/>
                    <a:pt x="713422" y="1079692"/>
                  </a:cubicBezTo>
                  <a:cubicBezTo>
                    <a:pt x="770572" y="1082232"/>
                    <a:pt x="802322" y="1075882"/>
                    <a:pt x="834072" y="1093662"/>
                  </a:cubicBezTo>
                  <a:cubicBezTo>
                    <a:pt x="865822" y="1111442"/>
                    <a:pt x="900112" y="1148272"/>
                    <a:pt x="906462" y="1181292"/>
                  </a:cubicBezTo>
                  <a:cubicBezTo>
                    <a:pt x="911542" y="1216852"/>
                    <a:pt x="889952" y="1271462"/>
                    <a:pt x="860742" y="1303212"/>
                  </a:cubicBezTo>
                  <a:cubicBezTo>
                    <a:pt x="826452" y="1338772"/>
                    <a:pt x="724852" y="1385762"/>
                    <a:pt x="698182" y="1371792"/>
                  </a:cubicBezTo>
                  <a:cubicBezTo>
                    <a:pt x="679132" y="1362902"/>
                    <a:pt x="667702" y="1308292"/>
                    <a:pt x="680402" y="1293052"/>
                  </a:cubicBezTo>
                  <a:cubicBezTo>
                    <a:pt x="699452" y="1270192"/>
                    <a:pt x="835342" y="1327342"/>
                    <a:pt x="873442" y="1307022"/>
                  </a:cubicBezTo>
                  <a:cubicBezTo>
                    <a:pt x="898842" y="1293052"/>
                    <a:pt x="892492" y="1243522"/>
                    <a:pt x="914082" y="1230822"/>
                  </a:cubicBezTo>
                  <a:cubicBezTo>
                    <a:pt x="936942" y="1216852"/>
                    <a:pt x="989012" y="1213042"/>
                    <a:pt x="1014412" y="1234632"/>
                  </a:cubicBezTo>
                  <a:cubicBezTo>
                    <a:pt x="1053782" y="1268922"/>
                    <a:pt x="1075372" y="1478472"/>
                    <a:pt x="1061402" y="1492442"/>
                  </a:cubicBezTo>
                  <a:cubicBezTo>
                    <a:pt x="1058862" y="1494982"/>
                    <a:pt x="1047432" y="1487362"/>
                    <a:pt x="1046162" y="1488632"/>
                  </a:cubicBezTo>
                  <a:cubicBezTo>
                    <a:pt x="1044892" y="1492442"/>
                    <a:pt x="1069022" y="1506412"/>
                    <a:pt x="1076642" y="1519112"/>
                  </a:cubicBezTo>
                  <a:cubicBezTo>
                    <a:pt x="1084262" y="1535622"/>
                    <a:pt x="1089342" y="1563562"/>
                    <a:pt x="1086802" y="1582612"/>
                  </a:cubicBezTo>
                  <a:cubicBezTo>
                    <a:pt x="1085532" y="1596582"/>
                    <a:pt x="1077912" y="1610552"/>
                    <a:pt x="1069022" y="1620712"/>
                  </a:cubicBezTo>
                  <a:cubicBezTo>
                    <a:pt x="1060132" y="1632142"/>
                    <a:pt x="1047432" y="1642302"/>
                    <a:pt x="1034732" y="1647382"/>
                  </a:cubicBezTo>
                  <a:cubicBezTo>
                    <a:pt x="1022032" y="1652462"/>
                    <a:pt x="1006792" y="1656272"/>
                    <a:pt x="992822" y="1655002"/>
                  </a:cubicBezTo>
                  <a:cubicBezTo>
                    <a:pt x="978852" y="1653732"/>
                    <a:pt x="963612" y="1652462"/>
                    <a:pt x="952182" y="1642302"/>
                  </a:cubicBezTo>
                  <a:cubicBezTo>
                    <a:pt x="933132" y="1623252"/>
                    <a:pt x="924242" y="1561022"/>
                    <a:pt x="919162" y="1525462"/>
                  </a:cubicBezTo>
                  <a:cubicBezTo>
                    <a:pt x="914082" y="1497522"/>
                    <a:pt x="901382" y="1463232"/>
                    <a:pt x="914082" y="1449262"/>
                  </a:cubicBezTo>
                  <a:cubicBezTo>
                    <a:pt x="929322" y="1431482"/>
                    <a:pt x="986472" y="1451802"/>
                    <a:pt x="1019492" y="1444182"/>
                  </a:cubicBezTo>
                  <a:cubicBezTo>
                    <a:pt x="1051242" y="1436562"/>
                    <a:pt x="1074102" y="1409892"/>
                    <a:pt x="1109662" y="1401002"/>
                  </a:cubicBezTo>
                  <a:cubicBezTo>
                    <a:pt x="1157922" y="1390842"/>
                    <a:pt x="1237932" y="1390842"/>
                    <a:pt x="1287462" y="1399732"/>
                  </a:cubicBezTo>
                  <a:cubicBezTo>
                    <a:pt x="1324292" y="1406082"/>
                    <a:pt x="1352232" y="1417512"/>
                    <a:pt x="1381442" y="1432752"/>
                  </a:cubicBezTo>
                  <a:cubicBezTo>
                    <a:pt x="1413192" y="1447992"/>
                    <a:pt x="1452562" y="1493712"/>
                    <a:pt x="1471612" y="1489902"/>
                  </a:cubicBezTo>
                  <a:cubicBezTo>
                    <a:pt x="1485582" y="1487362"/>
                    <a:pt x="1488122" y="1456882"/>
                    <a:pt x="1498282" y="1451802"/>
                  </a:cubicBezTo>
                  <a:cubicBezTo>
                    <a:pt x="1504632" y="1449262"/>
                    <a:pt x="1510982" y="1451802"/>
                    <a:pt x="1519872" y="1455612"/>
                  </a:cubicBezTo>
                  <a:cubicBezTo>
                    <a:pt x="1533842" y="1460692"/>
                    <a:pt x="1560512" y="1478472"/>
                    <a:pt x="1570672" y="1492442"/>
                  </a:cubicBezTo>
                  <a:cubicBezTo>
                    <a:pt x="1579562" y="1503872"/>
                    <a:pt x="1584642" y="1517842"/>
                    <a:pt x="1584642" y="1533082"/>
                  </a:cubicBezTo>
                  <a:cubicBezTo>
                    <a:pt x="1585912" y="1550862"/>
                    <a:pt x="1578292" y="1578802"/>
                    <a:pt x="1568132" y="1594042"/>
                  </a:cubicBezTo>
                  <a:cubicBezTo>
                    <a:pt x="1560512" y="1606742"/>
                    <a:pt x="1549082" y="1615632"/>
                    <a:pt x="1536382" y="1621982"/>
                  </a:cubicBezTo>
                  <a:cubicBezTo>
                    <a:pt x="1523682" y="1628332"/>
                    <a:pt x="1510982" y="1632142"/>
                    <a:pt x="1494472" y="1630872"/>
                  </a:cubicBezTo>
                  <a:cubicBezTo>
                    <a:pt x="1469072" y="1630872"/>
                    <a:pt x="1424622" y="1624522"/>
                    <a:pt x="1396682" y="1606742"/>
                  </a:cubicBezTo>
                  <a:cubicBezTo>
                    <a:pt x="1367472" y="1587692"/>
                    <a:pt x="1339532" y="1552132"/>
                    <a:pt x="1326832" y="1519112"/>
                  </a:cubicBezTo>
                  <a:cubicBezTo>
                    <a:pt x="1315402" y="1487362"/>
                    <a:pt x="1317942" y="1444182"/>
                    <a:pt x="1323022" y="1413702"/>
                  </a:cubicBezTo>
                  <a:cubicBezTo>
                    <a:pt x="1326832" y="1390842"/>
                    <a:pt x="1331912" y="1369252"/>
                    <a:pt x="1344612" y="1354012"/>
                  </a:cubicBezTo>
                  <a:cubicBezTo>
                    <a:pt x="1357312" y="1338772"/>
                    <a:pt x="1380172" y="1326072"/>
                    <a:pt x="1400492" y="1323532"/>
                  </a:cubicBezTo>
                  <a:cubicBezTo>
                    <a:pt x="1419542" y="1320992"/>
                    <a:pt x="1446212" y="1328612"/>
                    <a:pt x="1462722" y="1338772"/>
                  </a:cubicBezTo>
                  <a:cubicBezTo>
                    <a:pt x="1475422" y="1346392"/>
                    <a:pt x="1484312" y="1357822"/>
                    <a:pt x="1490662" y="1370522"/>
                  </a:cubicBezTo>
                  <a:cubicBezTo>
                    <a:pt x="1498282" y="1381952"/>
                    <a:pt x="1494472" y="1395922"/>
                    <a:pt x="1502092" y="1411162"/>
                  </a:cubicBezTo>
                  <a:cubicBezTo>
                    <a:pt x="1513522" y="1436562"/>
                    <a:pt x="1556702" y="1469582"/>
                    <a:pt x="1564322" y="1500062"/>
                  </a:cubicBezTo>
                  <a:cubicBezTo>
                    <a:pt x="1570672" y="1526732"/>
                    <a:pt x="1568132" y="1562292"/>
                    <a:pt x="1554162" y="1583882"/>
                  </a:cubicBezTo>
                  <a:cubicBezTo>
                    <a:pt x="1540192" y="1604202"/>
                    <a:pt x="1503362" y="1620712"/>
                    <a:pt x="1479232" y="1621982"/>
                  </a:cubicBezTo>
                  <a:cubicBezTo>
                    <a:pt x="1460182" y="1623252"/>
                    <a:pt x="1439862" y="1616902"/>
                    <a:pt x="1425892" y="1602932"/>
                  </a:cubicBezTo>
                  <a:cubicBezTo>
                    <a:pt x="1408112" y="1587692"/>
                    <a:pt x="1389062" y="1550862"/>
                    <a:pt x="1390332" y="1526732"/>
                  </a:cubicBezTo>
                  <a:cubicBezTo>
                    <a:pt x="1392872" y="1501332"/>
                    <a:pt x="1415732" y="1468312"/>
                    <a:pt x="1434782" y="1455612"/>
                  </a:cubicBezTo>
                  <a:cubicBezTo>
                    <a:pt x="1450022" y="1444182"/>
                    <a:pt x="1471612" y="1439102"/>
                    <a:pt x="1490662" y="1442912"/>
                  </a:cubicBezTo>
                  <a:cubicBezTo>
                    <a:pt x="1513522" y="1447992"/>
                    <a:pt x="1547812" y="1470852"/>
                    <a:pt x="1560512" y="1491172"/>
                  </a:cubicBezTo>
                  <a:cubicBezTo>
                    <a:pt x="1570672" y="1507682"/>
                    <a:pt x="1571942" y="1529272"/>
                    <a:pt x="1569402" y="1547052"/>
                  </a:cubicBezTo>
                  <a:cubicBezTo>
                    <a:pt x="1565592" y="1564832"/>
                    <a:pt x="1556702" y="1586422"/>
                    <a:pt x="1541462" y="1597852"/>
                  </a:cubicBezTo>
                  <a:cubicBezTo>
                    <a:pt x="1523682" y="1611822"/>
                    <a:pt x="1483042" y="1623252"/>
                    <a:pt x="1460182" y="1619442"/>
                  </a:cubicBezTo>
                  <a:cubicBezTo>
                    <a:pt x="1441132" y="1616902"/>
                    <a:pt x="1424622" y="1606742"/>
                    <a:pt x="1411922" y="1590232"/>
                  </a:cubicBezTo>
                  <a:cubicBezTo>
                    <a:pt x="1392872" y="1566102"/>
                    <a:pt x="1394142" y="1510222"/>
                    <a:pt x="1377632" y="1479742"/>
                  </a:cubicBezTo>
                  <a:cubicBezTo>
                    <a:pt x="1362392" y="1453072"/>
                    <a:pt x="1328102" y="1434022"/>
                    <a:pt x="1323022" y="1413702"/>
                  </a:cubicBezTo>
                  <a:cubicBezTo>
                    <a:pt x="1319212" y="1399732"/>
                    <a:pt x="1324292" y="1384492"/>
                    <a:pt x="1331912" y="1371792"/>
                  </a:cubicBezTo>
                  <a:cubicBezTo>
                    <a:pt x="1342072" y="1356552"/>
                    <a:pt x="1362392" y="1337502"/>
                    <a:pt x="1378902" y="1329882"/>
                  </a:cubicBezTo>
                  <a:cubicBezTo>
                    <a:pt x="1392872" y="1323532"/>
                    <a:pt x="1406842" y="1320992"/>
                    <a:pt x="1422082" y="1323532"/>
                  </a:cubicBezTo>
                  <a:cubicBezTo>
                    <a:pt x="1439862" y="1326072"/>
                    <a:pt x="1465262" y="1340042"/>
                    <a:pt x="1479232" y="1352742"/>
                  </a:cubicBezTo>
                  <a:cubicBezTo>
                    <a:pt x="1489392" y="1362902"/>
                    <a:pt x="1495742" y="1375602"/>
                    <a:pt x="1499552" y="1389572"/>
                  </a:cubicBezTo>
                  <a:cubicBezTo>
                    <a:pt x="1503362" y="1407352"/>
                    <a:pt x="1488122" y="1437832"/>
                    <a:pt x="1498282" y="1451802"/>
                  </a:cubicBezTo>
                  <a:cubicBezTo>
                    <a:pt x="1507172" y="1467042"/>
                    <a:pt x="1542732" y="1463232"/>
                    <a:pt x="1556702" y="1475932"/>
                  </a:cubicBezTo>
                  <a:cubicBezTo>
                    <a:pt x="1571942" y="1489902"/>
                    <a:pt x="1583372" y="1512762"/>
                    <a:pt x="1584642" y="1533082"/>
                  </a:cubicBezTo>
                  <a:cubicBezTo>
                    <a:pt x="1587182" y="1552132"/>
                    <a:pt x="1578292" y="1578802"/>
                    <a:pt x="1568132" y="1594042"/>
                  </a:cubicBezTo>
                  <a:cubicBezTo>
                    <a:pt x="1560512" y="1606742"/>
                    <a:pt x="1551622" y="1614362"/>
                    <a:pt x="1536382" y="1621982"/>
                  </a:cubicBezTo>
                  <a:cubicBezTo>
                    <a:pt x="1512252" y="1633412"/>
                    <a:pt x="1470342" y="1644842"/>
                    <a:pt x="1432242" y="1642302"/>
                  </a:cubicBezTo>
                  <a:cubicBezTo>
                    <a:pt x="1380172" y="1637222"/>
                    <a:pt x="1307782" y="1585152"/>
                    <a:pt x="1259522" y="1576262"/>
                  </a:cubicBezTo>
                  <a:cubicBezTo>
                    <a:pt x="1225232" y="1569912"/>
                    <a:pt x="1204912" y="1572452"/>
                    <a:pt x="1170622" y="1576262"/>
                  </a:cubicBezTo>
                  <a:cubicBezTo>
                    <a:pt x="1119822" y="1582612"/>
                    <a:pt x="1034732" y="1616902"/>
                    <a:pt x="985202" y="1620712"/>
                  </a:cubicBezTo>
                  <a:cubicBezTo>
                    <a:pt x="952182" y="1624522"/>
                    <a:pt x="930592" y="1623252"/>
                    <a:pt x="902652" y="1616902"/>
                  </a:cubicBezTo>
                  <a:cubicBezTo>
                    <a:pt x="872172" y="1609282"/>
                    <a:pt x="834072" y="1596582"/>
                    <a:pt x="809942" y="1574992"/>
                  </a:cubicBezTo>
                  <a:cubicBezTo>
                    <a:pt x="784542" y="1550862"/>
                    <a:pt x="764222" y="1514032"/>
                    <a:pt x="756602" y="1475932"/>
                  </a:cubicBezTo>
                  <a:cubicBezTo>
                    <a:pt x="747712" y="1430212"/>
                    <a:pt x="748982" y="1359092"/>
                    <a:pt x="771842" y="1319722"/>
                  </a:cubicBezTo>
                  <a:cubicBezTo>
                    <a:pt x="792162" y="1282892"/>
                    <a:pt x="842962" y="1251142"/>
                    <a:pt x="878522" y="1240982"/>
                  </a:cubicBezTo>
                  <a:cubicBezTo>
                    <a:pt x="907732" y="1230822"/>
                    <a:pt x="939482" y="1235902"/>
                    <a:pt x="968692" y="1243522"/>
                  </a:cubicBezTo>
                  <a:cubicBezTo>
                    <a:pt x="1000442" y="1252412"/>
                    <a:pt x="1041082" y="1270192"/>
                    <a:pt x="1062672" y="1295592"/>
                  </a:cubicBezTo>
                  <a:cubicBezTo>
                    <a:pt x="1082992" y="1320992"/>
                    <a:pt x="1086802" y="1354012"/>
                    <a:pt x="1091882" y="1392112"/>
                  </a:cubicBezTo>
                  <a:cubicBezTo>
                    <a:pt x="1099502" y="1446722"/>
                    <a:pt x="1095692" y="1591502"/>
                    <a:pt x="1084262" y="1592772"/>
                  </a:cubicBezTo>
                  <a:cubicBezTo>
                    <a:pt x="1076642" y="1594042"/>
                    <a:pt x="1041082" y="1491172"/>
                    <a:pt x="1046162" y="1488632"/>
                  </a:cubicBezTo>
                  <a:cubicBezTo>
                    <a:pt x="1048702" y="1487362"/>
                    <a:pt x="1077912" y="1521652"/>
                    <a:pt x="1084262" y="1539432"/>
                  </a:cubicBezTo>
                  <a:cubicBezTo>
                    <a:pt x="1089342" y="1553402"/>
                    <a:pt x="1090612" y="1567372"/>
                    <a:pt x="1086802" y="1582612"/>
                  </a:cubicBezTo>
                  <a:cubicBezTo>
                    <a:pt x="1082992" y="1600392"/>
                    <a:pt x="1067752" y="1624522"/>
                    <a:pt x="1053782" y="1635952"/>
                  </a:cubicBezTo>
                  <a:cubicBezTo>
                    <a:pt x="1042352" y="1646112"/>
                    <a:pt x="1028382" y="1651192"/>
                    <a:pt x="1014412" y="1653732"/>
                  </a:cubicBezTo>
                  <a:cubicBezTo>
                    <a:pt x="1000442" y="1656272"/>
                    <a:pt x="982662" y="1653732"/>
                    <a:pt x="971232" y="1651192"/>
                  </a:cubicBezTo>
                  <a:cubicBezTo>
                    <a:pt x="963612" y="1648652"/>
                    <a:pt x="959802" y="1648652"/>
                    <a:pt x="952182" y="1642302"/>
                  </a:cubicBezTo>
                  <a:cubicBezTo>
                    <a:pt x="933132" y="1624522"/>
                    <a:pt x="900112" y="1567372"/>
                    <a:pt x="882332" y="1522922"/>
                  </a:cubicBezTo>
                  <a:cubicBezTo>
                    <a:pt x="863282" y="1473392"/>
                    <a:pt x="850582" y="1412432"/>
                    <a:pt x="845502" y="1356552"/>
                  </a:cubicBezTo>
                  <a:cubicBezTo>
                    <a:pt x="840422" y="1299402"/>
                    <a:pt x="832802" y="1227012"/>
                    <a:pt x="850582" y="1182562"/>
                  </a:cubicBezTo>
                  <a:cubicBezTo>
                    <a:pt x="864552" y="1147002"/>
                    <a:pt x="888682" y="1111442"/>
                    <a:pt x="920432" y="1101282"/>
                  </a:cubicBezTo>
                  <a:cubicBezTo>
                    <a:pt x="957262" y="1089852"/>
                    <a:pt x="1033462" y="1106362"/>
                    <a:pt x="1061402" y="1135572"/>
                  </a:cubicBezTo>
                  <a:cubicBezTo>
                    <a:pt x="1090612" y="1164782"/>
                    <a:pt x="1090612" y="1234632"/>
                    <a:pt x="1091882" y="1277812"/>
                  </a:cubicBezTo>
                  <a:cubicBezTo>
                    <a:pt x="1093152" y="1313372"/>
                    <a:pt x="1091882" y="1346392"/>
                    <a:pt x="1079182" y="1375602"/>
                  </a:cubicBezTo>
                  <a:cubicBezTo>
                    <a:pt x="1066482" y="1404812"/>
                    <a:pt x="1042352" y="1436562"/>
                    <a:pt x="1013142" y="1454342"/>
                  </a:cubicBezTo>
                  <a:cubicBezTo>
                    <a:pt x="982662" y="1474662"/>
                    <a:pt x="942022" y="1481012"/>
                    <a:pt x="895032" y="1484822"/>
                  </a:cubicBezTo>
                  <a:cubicBezTo>
                    <a:pt x="825182" y="1489902"/>
                    <a:pt x="691832" y="1483552"/>
                    <a:pt x="632142" y="1458152"/>
                  </a:cubicBezTo>
                  <a:cubicBezTo>
                    <a:pt x="594042" y="1442912"/>
                    <a:pt x="561022" y="1421322"/>
                    <a:pt x="550862" y="1392112"/>
                  </a:cubicBezTo>
                  <a:cubicBezTo>
                    <a:pt x="539432" y="1359092"/>
                    <a:pt x="555942" y="1296862"/>
                    <a:pt x="577532" y="1265112"/>
                  </a:cubicBezTo>
                  <a:cubicBezTo>
                    <a:pt x="595312" y="1238442"/>
                    <a:pt x="629602" y="1220662"/>
                    <a:pt x="658812" y="1207962"/>
                  </a:cubicBezTo>
                  <a:cubicBezTo>
                    <a:pt x="688022" y="1196532"/>
                    <a:pt x="741362" y="1180022"/>
                    <a:pt x="748982" y="1190182"/>
                  </a:cubicBezTo>
                  <a:cubicBezTo>
                    <a:pt x="755332" y="1199072"/>
                    <a:pt x="740092" y="1242252"/>
                    <a:pt x="713422" y="1257492"/>
                  </a:cubicBezTo>
                  <a:cubicBezTo>
                    <a:pt x="647382" y="1298132"/>
                    <a:pt x="329882" y="1276542"/>
                    <a:pt x="235902" y="1258762"/>
                  </a:cubicBezTo>
                  <a:cubicBezTo>
                    <a:pt x="195262" y="1251142"/>
                    <a:pt x="163512" y="1247332"/>
                    <a:pt x="150812" y="1224472"/>
                  </a:cubicBezTo>
                  <a:cubicBezTo>
                    <a:pt x="135572" y="1197802"/>
                    <a:pt x="153352" y="1102552"/>
                    <a:pt x="172402" y="1097472"/>
                  </a:cubicBezTo>
                  <a:cubicBezTo>
                    <a:pt x="192722" y="1091122"/>
                    <a:pt x="247332" y="1199072"/>
                    <a:pt x="281622" y="1232092"/>
                  </a:cubicBezTo>
                  <a:cubicBezTo>
                    <a:pt x="304482" y="1254952"/>
                    <a:pt x="333692" y="1287972"/>
                    <a:pt x="347662" y="1282892"/>
                  </a:cubicBezTo>
                  <a:cubicBezTo>
                    <a:pt x="361632" y="1277812"/>
                    <a:pt x="350202" y="1227012"/>
                    <a:pt x="364172" y="1204152"/>
                  </a:cubicBezTo>
                  <a:cubicBezTo>
                    <a:pt x="381952" y="1178752"/>
                    <a:pt x="421322" y="1158432"/>
                    <a:pt x="451802" y="1140652"/>
                  </a:cubicBezTo>
                  <a:cubicBezTo>
                    <a:pt x="483552" y="1124142"/>
                    <a:pt x="510222" y="1110172"/>
                    <a:pt x="552132" y="1102552"/>
                  </a:cubicBezTo>
                  <a:cubicBezTo>
                    <a:pt x="620712" y="1089852"/>
                    <a:pt x="776922" y="1092392"/>
                    <a:pt x="826452" y="1105092"/>
                  </a:cubicBezTo>
                  <a:cubicBezTo>
                    <a:pt x="845502" y="1110172"/>
                    <a:pt x="853122" y="1113982"/>
                    <a:pt x="863282" y="1125412"/>
                  </a:cubicBezTo>
                  <a:cubicBezTo>
                    <a:pt x="877252" y="1138112"/>
                    <a:pt x="889952" y="1163512"/>
                    <a:pt x="893762" y="1181292"/>
                  </a:cubicBezTo>
                  <a:cubicBezTo>
                    <a:pt x="896302" y="1195262"/>
                    <a:pt x="893762" y="1209232"/>
                    <a:pt x="888682" y="1223202"/>
                  </a:cubicBezTo>
                  <a:cubicBezTo>
                    <a:pt x="881062" y="1239712"/>
                    <a:pt x="870902" y="1258762"/>
                    <a:pt x="846772" y="1270192"/>
                  </a:cubicBezTo>
                  <a:cubicBezTo>
                    <a:pt x="782002" y="1300672"/>
                    <a:pt x="558482" y="1284162"/>
                    <a:pt x="434022" y="1280352"/>
                  </a:cubicBezTo>
                  <a:cubicBezTo>
                    <a:pt x="333692" y="1276542"/>
                    <a:pt x="206692" y="1270192"/>
                    <a:pt x="158432" y="1256222"/>
                  </a:cubicBezTo>
                  <a:cubicBezTo>
                    <a:pt x="139382" y="1249872"/>
                    <a:pt x="130492" y="1246062"/>
                    <a:pt x="120332" y="1235902"/>
                  </a:cubicBezTo>
                  <a:cubicBezTo>
                    <a:pt x="107632" y="1223202"/>
                    <a:pt x="93662" y="1197802"/>
                    <a:pt x="91122" y="1180022"/>
                  </a:cubicBezTo>
                  <a:cubicBezTo>
                    <a:pt x="87312" y="1164782"/>
                    <a:pt x="91122" y="1149542"/>
                    <a:pt x="96202" y="1136842"/>
                  </a:cubicBezTo>
                  <a:cubicBezTo>
                    <a:pt x="100012" y="1124142"/>
                    <a:pt x="110172" y="1111442"/>
                    <a:pt x="120332" y="1101282"/>
                  </a:cubicBezTo>
                  <a:cubicBezTo>
                    <a:pt x="130492" y="1092392"/>
                    <a:pt x="138112" y="1087312"/>
                    <a:pt x="158432" y="1082232"/>
                  </a:cubicBezTo>
                  <a:cubicBezTo>
                    <a:pt x="221932" y="1065722"/>
                    <a:pt x="498792" y="1053022"/>
                    <a:pt x="580072" y="1083502"/>
                  </a:cubicBezTo>
                  <a:cubicBezTo>
                    <a:pt x="619442" y="1097472"/>
                    <a:pt x="647382" y="1120332"/>
                    <a:pt x="655002" y="1148272"/>
                  </a:cubicBezTo>
                  <a:cubicBezTo>
                    <a:pt x="665162" y="1181292"/>
                    <a:pt x="639762" y="1235902"/>
                    <a:pt x="613092" y="1275272"/>
                  </a:cubicBezTo>
                  <a:cubicBezTo>
                    <a:pt x="582612" y="1320992"/>
                    <a:pt x="520382" y="1381952"/>
                    <a:pt x="470852" y="1402272"/>
                  </a:cubicBezTo>
                  <a:cubicBezTo>
                    <a:pt x="430212" y="1418782"/>
                    <a:pt x="389572" y="1418782"/>
                    <a:pt x="347662" y="1408622"/>
                  </a:cubicBezTo>
                  <a:cubicBezTo>
                    <a:pt x="296862" y="1397192"/>
                    <a:pt x="232092" y="1360362"/>
                    <a:pt x="188912" y="1320992"/>
                  </a:cubicBezTo>
                  <a:cubicBezTo>
                    <a:pt x="144462" y="1280352"/>
                    <a:pt x="119062" y="1205422"/>
                    <a:pt x="86042" y="1169862"/>
                  </a:cubicBezTo>
                  <a:cubicBezTo>
                    <a:pt x="63182" y="1144462"/>
                    <a:pt x="33972" y="1138112"/>
                    <a:pt x="20002" y="1112712"/>
                  </a:cubicBezTo>
                  <a:cubicBezTo>
                    <a:pt x="4762" y="1087312"/>
                    <a:pt x="7302" y="1055562"/>
                    <a:pt x="4762" y="1016192"/>
                  </a:cubicBezTo>
                  <a:cubicBezTo>
                    <a:pt x="952" y="956502"/>
                    <a:pt x="-6668" y="834582"/>
                    <a:pt x="12382" y="788862"/>
                  </a:cubicBezTo>
                  <a:cubicBezTo>
                    <a:pt x="21272" y="764732"/>
                    <a:pt x="36512" y="750762"/>
                    <a:pt x="54292" y="741872"/>
                  </a:cubicBezTo>
                  <a:cubicBezTo>
                    <a:pt x="72072" y="732982"/>
                    <a:pt x="98742" y="731712"/>
                    <a:pt x="117792" y="734252"/>
                  </a:cubicBezTo>
                  <a:cubicBezTo>
                    <a:pt x="131762" y="736792"/>
                    <a:pt x="144462" y="745682"/>
                    <a:pt x="154622" y="754572"/>
                  </a:cubicBezTo>
                  <a:cubicBezTo>
                    <a:pt x="164782" y="763462"/>
                    <a:pt x="171132" y="771082"/>
                    <a:pt x="178752" y="790132"/>
                  </a:cubicBezTo>
                  <a:cubicBezTo>
                    <a:pt x="199072" y="839662"/>
                    <a:pt x="239712" y="1026352"/>
                    <a:pt x="227012" y="1082232"/>
                  </a:cubicBezTo>
                  <a:cubicBezTo>
                    <a:pt x="220662" y="1108902"/>
                    <a:pt x="205422" y="1122872"/>
                    <a:pt x="191452" y="1134302"/>
                  </a:cubicBezTo>
                  <a:cubicBezTo>
                    <a:pt x="178752" y="1143192"/>
                    <a:pt x="164782" y="1148272"/>
                    <a:pt x="150812" y="1149542"/>
                  </a:cubicBezTo>
                  <a:cubicBezTo>
                    <a:pt x="136842" y="1150812"/>
                    <a:pt x="121602" y="1150812"/>
                    <a:pt x="108902" y="1144462"/>
                  </a:cubicBezTo>
                  <a:cubicBezTo>
                    <a:pt x="92392" y="1136842"/>
                    <a:pt x="73342" y="1126682"/>
                    <a:pt x="60642" y="1102552"/>
                  </a:cubicBezTo>
                  <a:cubicBezTo>
                    <a:pt x="32702" y="1049212"/>
                    <a:pt x="33972" y="898082"/>
                    <a:pt x="28892" y="788862"/>
                  </a:cubicBezTo>
                  <a:cubicBezTo>
                    <a:pt x="22542" y="669482"/>
                    <a:pt x="11112" y="482792"/>
                    <a:pt x="31432" y="416752"/>
                  </a:cubicBezTo>
                  <a:cubicBezTo>
                    <a:pt x="40322" y="388812"/>
                    <a:pt x="51752" y="376112"/>
                    <a:pt x="65722" y="364682"/>
                  </a:cubicBezTo>
                  <a:cubicBezTo>
                    <a:pt x="77152" y="354522"/>
                    <a:pt x="91122" y="350712"/>
                    <a:pt x="105092" y="348172"/>
                  </a:cubicBezTo>
                  <a:cubicBezTo>
                    <a:pt x="119062" y="346902"/>
                    <a:pt x="134302" y="348172"/>
                    <a:pt x="147002" y="353252"/>
                  </a:cubicBezTo>
                  <a:cubicBezTo>
                    <a:pt x="159702" y="357062"/>
                    <a:pt x="173672" y="365952"/>
                    <a:pt x="182562" y="376112"/>
                  </a:cubicBezTo>
                  <a:cubicBezTo>
                    <a:pt x="191452" y="386272"/>
                    <a:pt x="199072" y="397702"/>
                    <a:pt x="202882" y="412942"/>
                  </a:cubicBezTo>
                  <a:cubicBezTo>
                    <a:pt x="209232" y="437072"/>
                    <a:pt x="199072" y="476442"/>
                    <a:pt x="204152" y="506922"/>
                  </a:cubicBezTo>
                  <a:cubicBezTo>
                    <a:pt x="207962" y="536132"/>
                    <a:pt x="223202" y="556452"/>
                    <a:pt x="228282" y="594552"/>
                  </a:cubicBezTo>
                  <a:cubicBezTo>
                    <a:pt x="235902" y="661862"/>
                    <a:pt x="242252" y="823152"/>
                    <a:pt x="224472" y="877762"/>
                  </a:cubicBezTo>
                  <a:cubicBezTo>
                    <a:pt x="215582" y="903162"/>
                    <a:pt x="205422" y="917132"/>
                    <a:pt x="188912" y="928562"/>
                  </a:cubicBezTo>
                  <a:cubicBezTo>
                    <a:pt x="173672" y="938722"/>
                    <a:pt x="148272" y="945072"/>
                    <a:pt x="129222" y="942532"/>
                  </a:cubicBezTo>
                  <a:cubicBezTo>
                    <a:pt x="110172" y="939992"/>
                    <a:pt x="87312" y="928562"/>
                    <a:pt x="74612" y="914592"/>
                  </a:cubicBezTo>
                  <a:cubicBezTo>
                    <a:pt x="61912" y="899352"/>
                    <a:pt x="58102" y="882842"/>
                    <a:pt x="53022" y="856172"/>
                  </a:cubicBezTo>
                  <a:cubicBezTo>
                    <a:pt x="44132" y="806642"/>
                    <a:pt x="47942" y="687262"/>
                    <a:pt x="55562" y="630112"/>
                  </a:cubicBezTo>
                  <a:cubicBezTo>
                    <a:pt x="59372" y="592012"/>
                    <a:pt x="78422" y="569152"/>
                    <a:pt x="75882" y="539942"/>
                  </a:cubicBezTo>
                  <a:cubicBezTo>
                    <a:pt x="72072" y="509462"/>
                    <a:pt x="44132" y="486602"/>
                    <a:pt x="33972" y="448502"/>
                  </a:cubicBezTo>
                  <a:cubicBezTo>
                    <a:pt x="20002" y="393892"/>
                    <a:pt x="17462" y="307532"/>
                    <a:pt x="14922" y="241492"/>
                  </a:cubicBezTo>
                  <a:cubicBezTo>
                    <a:pt x="12382" y="177992"/>
                    <a:pt x="6032" y="99252"/>
                    <a:pt x="18732" y="59882"/>
                  </a:cubicBezTo>
                  <a:cubicBezTo>
                    <a:pt x="25082" y="38292"/>
                    <a:pt x="35242" y="23052"/>
                    <a:pt x="50482" y="14162"/>
                  </a:cubicBezTo>
                  <a:cubicBezTo>
                    <a:pt x="64452" y="4002"/>
                    <a:pt x="87312" y="-1078"/>
                    <a:pt x="103822" y="192"/>
                  </a:cubicBezTo>
                  <a:cubicBezTo>
                    <a:pt x="121602" y="2732"/>
                    <a:pt x="141922" y="12892"/>
                    <a:pt x="153352" y="26862"/>
                  </a:cubicBezTo>
                  <a:cubicBezTo>
                    <a:pt x="164782" y="39562"/>
                    <a:pt x="173672" y="78932"/>
                    <a:pt x="173672" y="78932"/>
                  </a:cubicBezTo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87" id="87"/>
          <p:cNvGrpSpPr/>
          <p:nvPr/>
        </p:nvGrpSpPr>
        <p:grpSpPr>
          <a:xfrm rot="0">
            <a:off x="12467272" y="2597467"/>
            <a:ext cx="1996440" cy="1549718"/>
            <a:chOff x="0" y="0"/>
            <a:chExt cx="2661920" cy="2066290"/>
          </a:xfrm>
        </p:grpSpPr>
        <p:sp>
          <p:nvSpPr>
            <p:cNvPr name="Freeform 88" id="88"/>
            <p:cNvSpPr/>
            <p:nvPr/>
          </p:nvSpPr>
          <p:spPr>
            <a:xfrm flipH="false" flipV="false" rot="0">
              <a:off x="50800" y="50800"/>
              <a:ext cx="2559050" cy="1964690"/>
            </a:xfrm>
            <a:custGeom>
              <a:avLst/>
              <a:gdLst/>
              <a:ahLst/>
              <a:cxnLst/>
              <a:rect r="r" b="b" t="t" l="l"/>
              <a:pathLst>
                <a:path h="1964690" w="2559050">
                  <a:moveTo>
                    <a:pt x="0" y="176530"/>
                  </a:moveTo>
                  <a:cubicBezTo>
                    <a:pt x="104140" y="71120"/>
                    <a:pt x="153670" y="76200"/>
                    <a:pt x="191770" y="74930"/>
                  </a:cubicBezTo>
                  <a:cubicBezTo>
                    <a:pt x="224790" y="72390"/>
                    <a:pt x="255270" y="74930"/>
                    <a:pt x="285750" y="74930"/>
                  </a:cubicBezTo>
                  <a:cubicBezTo>
                    <a:pt x="316230" y="74930"/>
                    <a:pt x="344170" y="73660"/>
                    <a:pt x="373380" y="73660"/>
                  </a:cubicBezTo>
                  <a:cubicBezTo>
                    <a:pt x="402590" y="73660"/>
                    <a:pt x="433070" y="73660"/>
                    <a:pt x="463550" y="73660"/>
                  </a:cubicBezTo>
                  <a:cubicBezTo>
                    <a:pt x="494030" y="73660"/>
                    <a:pt x="524510" y="74930"/>
                    <a:pt x="553720" y="73660"/>
                  </a:cubicBezTo>
                  <a:cubicBezTo>
                    <a:pt x="582930" y="72390"/>
                    <a:pt x="608330" y="69850"/>
                    <a:pt x="638810" y="66040"/>
                  </a:cubicBezTo>
                  <a:cubicBezTo>
                    <a:pt x="675640" y="62230"/>
                    <a:pt x="721360" y="54610"/>
                    <a:pt x="759460" y="52070"/>
                  </a:cubicBezTo>
                  <a:cubicBezTo>
                    <a:pt x="791210" y="49530"/>
                    <a:pt x="821690" y="52070"/>
                    <a:pt x="850900" y="52070"/>
                  </a:cubicBezTo>
                  <a:cubicBezTo>
                    <a:pt x="877570" y="52070"/>
                    <a:pt x="901700" y="52070"/>
                    <a:pt x="928370" y="52070"/>
                  </a:cubicBezTo>
                  <a:cubicBezTo>
                    <a:pt x="953770" y="52070"/>
                    <a:pt x="981710" y="52070"/>
                    <a:pt x="1008380" y="52070"/>
                  </a:cubicBezTo>
                  <a:cubicBezTo>
                    <a:pt x="1033780" y="52070"/>
                    <a:pt x="1057910" y="54610"/>
                    <a:pt x="1084580" y="52070"/>
                  </a:cubicBezTo>
                  <a:cubicBezTo>
                    <a:pt x="1115060" y="48260"/>
                    <a:pt x="1145540" y="33020"/>
                    <a:pt x="1177290" y="29210"/>
                  </a:cubicBezTo>
                  <a:cubicBezTo>
                    <a:pt x="1211580" y="25400"/>
                    <a:pt x="1249680" y="29210"/>
                    <a:pt x="1283970" y="29210"/>
                  </a:cubicBezTo>
                  <a:cubicBezTo>
                    <a:pt x="1316990" y="29210"/>
                    <a:pt x="1351280" y="29210"/>
                    <a:pt x="1381760" y="29210"/>
                  </a:cubicBezTo>
                  <a:cubicBezTo>
                    <a:pt x="1410970" y="29210"/>
                    <a:pt x="1435100" y="29210"/>
                    <a:pt x="1463040" y="29210"/>
                  </a:cubicBezTo>
                  <a:cubicBezTo>
                    <a:pt x="1493520" y="27940"/>
                    <a:pt x="1525270" y="29210"/>
                    <a:pt x="1555750" y="29210"/>
                  </a:cubicBezTo>
                  <a:cubicBezTo>
                    <a:pt x="1586230" y="27940"/>
                    <a:pt x="1615440" y="27940"/>
                    <a:pt x="1644650" y="27940"/>
                  </a:cubicBezTo>
                  <a:cubicBezTo>
                    <a:pt x="1675130" y="27940"/>
                    <a:pt x="1705610" y="27940"/>
                    <a:pt x="1736090" y="27940"/>
                  </a:cubicBezTo>
                  <a:cubicBezTo>
                    <a:pt x="1766570" y="27940"/>
                    <a:pt x="1797050" y="27940"/>
                    <a:pt x="1827530" y="27940"/>
                  </a:cubicBezTo>
                  <a:cubicBezTo>
                    <a:pt x="1856740" y="27940"/>
                    <a:pt x="1887220" y="27940"/>
                    <a:pt x="1917700" y="27940"/>
                  </a:cubicBezTo>
                  <a:cubicBezTo>
                    <a:pt x="1948180" y="27940"/>
                    <a:pt x="1978660" y="27940"/>
                    <a:pt x="2009140" y="27940"/>
                  </a:cubicBezTo>
                  <a:cubicBezTo>
                    <a:pt x="2038350" y="27940"/>
                    <a:pt x="2068830" y="27940"/>
                    <a:pt x="2099310" y="27940"/>
                  </a:cubicBezTo>
                  <a:cubicBezTo>
                    <a:pt x="2128520" y="29210"/>
                    <a:pt x="2164080" y="34290"/>
                    <a:pt x="2184400" y="31750"/>
                  </a:cubicBezTo>
                  <a:cubicBezTo>
                    <a:pt x="2198370" y="29210"/>
                    <a:pt x="2203450" y="22860"/>
                    <a:pt x="2214880" y="19050"/>
                  </a:cubicBezTo>
                  <a:cubicBezTo>
                    <a:pt x="2232660" y="13970"/>
                    <a:pt x="2278380" y="7620"/>
                    <a:pt x="2279650" y="7620"/>
                  </a:cubicBezTo>
                  <a:cubicBezTo>
                    <a:pt x="2279650" y="7620"/>
                    <a:pt x="2286000" y="7620"/>
                    <a:pt x="2289810" y="7620"/>
                  </a:cubicBezTo>
                  <a:cubicBezTo>
                    <a:pt x="2293620" y="7620"/>
                    <a:pt x="2301240" y="6350"/>
                    <a:pt x="2301240" y="6350"/>
                  </a:cubicBezTo>
                  <a:cubicBezTo>
                    <a:pt x="2301240" y="6350"/>
                    <a:pt x="2308860" y="8890"/>
                    <a:pt x="2311400" y="8890"/>
                  </a:cubicBezTo>
                  <a:cubicBezTo>
                    <a:pt x="2312670" y="8890"/>
                    <a:pt x="2313940" y="10160"/>
                    <a:pt x="2315210" y="10160"/>
                  </a:cubicBezTo>
                  <a:cubicBezTo>
                    <a:pt x="2317750" y="8890"/>
                    <a:pt x="2322830" y="5080"/>
                    <a:pt x="2324100" y="5080"/>
                  </a:cubicBezTo>
                  <a:cubicBezTo>
                    <a:pt x="2324100" y="5080"/>
                    <a:pt x="2330450" y="3810"/>
                    <a:pt x="2334260" y="2540"/>
                  </a:cubicBezTo>
                  <a:cubicBezTo>
                    <a:pt x="2338070" y="2540"/>
                    <a:pt x="2344420" y="0"/>
                    <a:pt x="2344420" y="0"/>
                  </a:cubicBezTo>
                  <a:cubicBezTo>
                    <a:pt x="2344420" y="0"/>
                    <a:pt x="2352040" y="0"/>
                    <a:pt x="2355850" y="0"/>
                  </a:cubicBezTo>
                  <a:cubicBezTo>
                    <a:pt x="2358390" y="0"/>
                    <a:pt x="2366010" y="0"/>
                    <a:pt x="2366010" y="0"/>
                  </a:cubicBezTo>
                  <a:cubicBezTo>
                    <a:pt x="2366010" y="0"/>
                    <a:pt x="2373630" y="2540"/>
                    <a:pt x="2376170" y="2540"/>
                  </a:cubicBezTo>
                  <a:cubicBezTo>
                    <a:pt x="2379980" y="3810"/>
                    <a:pt x="2387600" y="5080"/>
                    <a:pt x="2387600" y="5080"/>
                  </a:cubicBezTo>
                  <a:cubicBezTo>
                    <a:pt x="2387600" y="5080"/>
                    <a:pt x="2393950" y="8890"/>
                    <a:pt x="2396490" y="10160"/>
                  </a:cubicBezTo>
                  <a:cubicBezTo>
                    <a:pt x="2400300" y="12700"/>
                    <a:pt x="2406650" y="15240"/>
                    <a:pt x="2406650" y="15240"/>
                  </a:cubicBezTo>
                  <a:cubicBezTo>
                    <a:pt x="2406650" y="15240"/>
                    <a:pt x="2411730" y="20320"/>
                    <a:pt x="2414270" y="22860"/>
                  </a:cubicBezTo>
                  <a:cubicBezTo>
                    <a:pt x="2416810" y="25400"/>
                    <a:pt x="2421890" y="29210"/>
                    <a:pt x="2421890" y="30480"/>
                  </a:cubicBezTo>
                  <a:cubicBezTo>
                    <a:pt x="2421890" y="30480"/>
                    <a:pt x="2426970" y="35560"/>
                    <a:pt x="2428240" y="39370"/>
                  </a:cubicBezTo>
                  <a:cubicBezTo>
                    <a:pt x="2430780" y="41910"/>
                    <a:pt x="2434590" y="46990"/>
                    <a:pt x="2434590" y="48260"/>
                  </a:cubicBezTo>
                  <a:cubicBezTo>
                    <a:pt x="2434590" y="48260"/>
                    <a:pt x="2437130" y="54610"/>
                    <a:pt x="2438400" y="57150"/>
                  </a:cubicBezTo>
                  <a:cubicBezTo>
                    <a:pt x="2439670" y="60960"/>
                    <a:pt x="2442210" y="67310"/>
                    <a:pt x="2442210" y="67310"/>
                  </a:cubicBezTo>
                  <a:cubicBezTo>
                    <a:pt x="2442210" y="68580"/>
                    <a:pt x="2443480" y="74930"/>
                    <a:pt x="2443480" y="78740"/>
                  </a:cubicBezTo>
                  <a:cubicBezTo>
                    <a:pt x="2443480" y="82550"/>
                    <a:pt x="2444750" y="88900"/>
                    <a:pt x="2444750" y="88900"/>
                  </a:cubicBezTo>
                  <a:cubicBezTo>
                    <a:pt x="2444750" y="88900"/>
                    <a:pt x="2444750" y="92710"/>
                    <a:pt x="2444750" y="92710"/>
                  </a:cubicBezTo>
                  <a:cubicBezTo>
                    <a:pt x="2447290" y="95250"/>
                    <a:pt x="2454910" y="92710"/>
                    <a:pt x="2461260" y="97790"/>
                  </a:cubicBezTo>
                  <a:cubicBezTo>
                    <a:pt x="2476500" y="111760"/>
                    <a:pt x="2504440" y="185420"/>
                    <a:pt x="2513330" y="226060"/>
                  </a:cubicBezTo>
                  <a:cubicBezTo>
                    <a:pt x="2519680" y="257810"/>
                    <a:pt x="2513330" y="285750"/>
                    <a:pt x="2513330" y="316230"/>
                  </a:cubicBezTo>
                  <a:cubicBezTo>
                    <a:pt x="2513330" y="346710"/>
                    <a:pt x="2513330" y="377190"/>
                    <a:pt x="2513330" y="407670"/>
                  </a:cubicBezTo>
                  <a:cubicBezTo>
                    <a:pt x="2512060" y="438150"/>
                    <a:pt x="2512060" y="467360"/>
                    <a:pt x="2512060" y="497840"/>
                  </a:cubicBezTo>
                  <a:cubicBezTo>
                    <a:pt x="2512060" y="528320"/>
                    <a:pt x="2512060" y="566420"/>
                    <a:pt x="2512060" y="589280"/>
                  </a:cubicBezTo>
                  <a:cubicBezTo>
                    <a:pt x="2512060" y="603250"/>
                    <a:pt x="2510790" y="609600"/>
                    <a:pt x="2512060" y="624840"/>
                  </a:cubicBezTo>
                  <a:cubicBezTo>
                    <a:pt x="2514600" y="647700"/>
                    <a:pt x="2524760" y="684530"/>
                    <a:pt x="2528570" y="715010"/>
                  </a:cubicBezTo>
                  <a:cubicBezTo>
                    <a:pt x="2532380" y="744220"/>
                    <a:pt x="2531110" y="773430"/>
                    <a:pt x="2534920" y="803910"/>
                  </a:cubicBezTo>
                  <a:cubicBezTo>
                    <a:pt x="2540000" y="838200"/>
                    <a:pt x="2552700" y="875030"/>
                    <a:pt x="2556510" y="910590"/>
                  </a:cubicBezTo>
                  <a:cubicBezTo>
                    <a:pt x="2560320" y="943610"/>
                    <a:pt x="2557780" y="977900"/>
                    <a:pt x="2559050" y="1009650"/>
                  </a:cubicBezTo>
                  <a:cubicBezTo>
                    <a:pt x="2559050" y="1040130"/>
                    <a:pt x="2559050" y="1070610"/>
                    <a:pt x="2559050" y="1101090"/>
                  </a:cubicBezTo>
                  <a:cubicBezTo>
                    <a:pt x="2559050" y="1131570"/>
                    <a:pt x="2559050" y="1167130"/>
                    <a:pt x="2559050" y="1191260"/>
                  </a:cubicBezTo>
                  <a:cubicBezTo>
                    <a:pt x="2559050" y="1209040"/>
                    <a:pt x="2559050" y="1226820"/>
                    <a:pt x="2559050" y="1236980"/>
                  </a:cubicBezTo>
                  <a:cubicBezTo>
                    <a:pt x="2557780" y="1242060"/>
                    <a:pt x="2557780" y="1244600"/>
                    <a:pt x="2557780" y="1248410"/>
                  </a:cubicBezTo>
                  <a:cubicBezTo>
                    <a:pt x="2556510" y="1250950"/>
                    <a:pt x="2556510" y="1258570"/>
                    <a:pt x="2556510" y="1258570"/>
                  </a:cubicBezTo>
                  <a:cubicBezTo>
                    <a:pt x="2556510" y="1258570"/>
                    <a:pt x="2553970" y="1264920"/>
                    <a:pt x="2552700" y="1268730"/>
                  </a:cubicBezTo>
                  <a:cubicBezTo>
                    <a:pt x="2551430" y="1272540"/>
                    <a:pt x="2548890" y="1278890"/>
                    <a:pt x="2548890" y="1278890"/>
                  </a:cubicBezTo>
                  <a:cubicBezTo>
                    <a:pt x="2548890" y="1278890"/>
                    <a:pt x="2543810" y="1285240"/>
                    <a:pt x="2542540" y="1287780"/>
                  </a:cubicBezTo>
                  <a:cubicBezTo>
                    <a:pt x="2540000" y="1290320"/>
                    <a:pt x="2536190" y="1296670"/>
                    <a:pt x="2536190" y="1296670"/>
                  </a:cubicBezTo>
                  <a:cubicBezTo>
                    <a:pt x="2536190" y="1296670"/>
                    <a:pt x="2531110" y="1301750"/>
                    <a:pt x="2528570" y="1304290"/>
                  </a:cubicBezTo>
                  <a:cubicBezTo>
                    <a:pt x="2524760" y="1305560"/>
                    <a:pt x="2519680" y="1310640"/>
                    <a:pt x="2519680" y="1310640"/>
                  </a:cubicBezTo>
                  <a:cubicBezTo>
                    <a:pt x="2519680" y="1310640"/>
                    <a:pt x="2513330" y="1314450"/>
                    <a:pt x="2510790" y="1315720"/>
                  </a:cubicBezTo>
                  <a:cubicBezTo>
                    <a:pt x="2506980" y="1316990"/>
                    <a:pt x="2500630" y="1320800"/>
                    <a:pt x="2500630" y="1320800"/>
                  </a:cubicBezTo>
                  <a:cubicBezTo>
                    <a:pt x="2500630" y="1320800"/>
                    <a:pt x="2494280" y="1322070"/>
                    <a:pt x="2490470" y="1323340"/>
                  </a:cubicBezTo>
                  <a:cubicBezTo>
                    <a:pt x="2486660" y="1324610"/>
                    <a:pt x="2480310" y="1325880"/>
                    <a:pt x="2480310" y="1325880"/>
                  </a:cubicBezTo>
                  <a:cubicBezTo>
                    <a:pt x="2479040" y="1325880"/>
                    <a:pt x="2472690" y="1325880"/>
                    <a:pt x="2468880" y="1325880"/>
                  </a:cubicBezTo>
                  <a:cubicBezTo>
                    <a:pt x="2465070" y="1325880"/>
                    <a:pt x="2458720" y="1325880"/>
                    <a:pt x="2458720" y="1325880"/>
                  </a:cubicBezTo>
                  <a:cubicBezTo>
                    <a:pt x="2457450" y="1325880"/>
                    <a:pt x="2451100" y="1324610"/>
                    <a:pt x="2447290" y="1323340"/>
                  </a:cubicBezTo>
                  <a:cubicBezTo>
                    <a:pt x="2444750" y="1322070"/>
                    <a:pt x="2437130" y="1320800"/>
                    <a:pt x="2437130" y="1320800"/>
                  </a:cubicBezTo>
                  <a:cubicBezTo>
                    <a:pt x="2437130" y="1320800"/>
                    <a:pt x="2429510" y="1316990"/>
                    <a:pt x="2426970" y="1315720"/>
                  </a:cubicBezTo>
                  <a:cubicBezTo>
                    <a:pt x="2425700" y="1314450"/>
                    <a:pt x="2424430" y="1313180"/>
                    <a:pt x="2423160" y="1313180"/>
                  </a:cubicBezTo>
                  <a:cubicBezTo>
                    <a:pt x="2419350" y="1316990"/>
                    <a:pt x="2443480" y="1371600"/>
                    <a:pt x="2443480" y="1400810"/>
                  </a:cubicBezTo>
                  <a:cubicBezTo>
                    <a:pt x="2443480" y="1431290"/>
                    <a:pt x="2420620" y="1461770"/>
                    <a:pt x="2424430" y="1492250"/>
                  </a:cubicBezTo>
                  <a:cubicBezTo>
                    <a:pt x="2428240" y="1525270"/>
                    <a:pt x="2465070" y="1557020"/>
                    <a:pt x="2467610" y="1588770"/>
                  </a:cubicBezTo>
                  <a:cubicBezTo>
                    <a:pt x="2470150" y="1616710"/>
                    <a:pt x="2439670" y="1643380"/>
                    <a:pt x="2443480" y="1671320"/>
                  </a:cubicBezTo>
                  <a:cubicBezTo>
                    <a:pt x="2447290" y="1701800"/>
                    <a:pt x="2487930" y="1732280"/>
                    <a:pt x="2496820" y="1762760"/>
                  </a:cubicBezTo>
                  <a:cubicBezTo>
                    <a:pt x="2505710" y="1789430"/>
                    <a:pt x="2504440" y="1840230"/>
                    <a:pt x="2504440" y="1841500"/>
                  </a:cubicBezTo>
                  <a:cubicBezTo>
                    <a:pt x="2504440" y="1842770"/>
                    <a:pt x="2505710" y="1849120"/>
                    <a:pt x="2506980" y="1852930"/>
                  </a:cubicBezTo>
                  <a:cubicBezTo>
                    <a:pt x="2508250" y="1855470"/>
                    <a:pt x="2509520" y="1863090"/>
                    <a:pt x="2509520" y="1863090"/>
                  </a:cubicBezTo>
                  <a:cubicBezTo>
                    <a:pt x="2509520" y="1863090"/>
                    <a:pt x="2509520" y="1869440"/>
                    <a:pt x="2509520" y="1873250"/>
                  </a:cubicBezTo>
                  <a:cubicBezTo>
                    <a:pt x="2509520" y="1877060"/>
                    <a:pt x="2509520" y="1884680"/>
                    <a:pt x="2509520" y="1884680"/>
                  </a:cubicBezTo>
                  <a:cubicBezTo>
                    <a:pt x="2509520" y="1884680"/>
                    <a:pt x="2508250" y="1891030"/>
                    <a:pt x="2506980" y="1894840"/>
                  </a:cubicBezTo>
                  <a:cubicBezTo>
                    <a:pt x="2506980" y="1898650"/>
                    <a:pt x="2505710" y="1905000"/>
                    <a:pt x="2505710" y="1905000"/>
                  </a:cubicBezTo>
                  <a:cubicBezTo>
                    <a:pt x="2505710" y="1905000"/>
                    <a:pt x="2501900" y="1911350"/>
                    <a:pt x="2500630" y="1915160"/>
                  </a:cubicBezTo>
                  <a:cubicBezTo>
                    <a:pt x="2498090" y="1917700"/>
                    <a:pt x="2495550" y="1924050"/>
                    <a:pt x="2495550" y="1924050"/>
                  </a:cubicBezTo>
                  <a:cubicBezTo>
                    <a:pt x="2495550" y="1924050"/>
                    <a:pt x="2490470" y="1930400"/>
                    <a:pt x="2487930" y="1932940"/>
                  </a:cubicBezTo>
                  <a:cubicBezTo>
                    <a:pt x="2486660" y="1935480"/>
                    <a:pt x="2481580" y="1940560"/>
                    <a:pt x="2481580" y="1940560"/>
                  </a:cubicBezTo>
                  <a:cubicBezTo>
                    <a:pt x="2481580" y="1940560"/>
                    <a:pt x="2475230" y="1944370"/>
                    <a:pt x="2472690" y="1946910"/>
                  </a:cubicBezTo>
                  <a:cubicBezTo>
                    <a:pt x="2470150" y="1949450"/>
                    <a:pt x="2463800" y="1953260"/>
                    <a:pt x="2463800" y="1953260"/>
                  </a:cubicBezTo>
                  <a:cubicBezTo>
                    <a:pt x="2463800" y="1953260"/>
                    <a:pt x="2457450" y="1955800"/>
                    <a:pt x="2453640" y="1957070"/>
                  </a:cubicBezTo>
                  <a:cubicBezTo>
                    <a:pt x="2451100" y="1958340"/>
                    <a:pt x="2444750" y="1960880"/>
                    <a:pt x="2443480" y="1960880"/>
                  </a:cubicBezTo>
                  <a:cubicBezTo>
                    <a:pt x="2443480" y="1960880"/>
                    <a:pt x="2437130" y="1962150"/>
                    <a:pt x="2433320" y="1962150"/>
                  </a:cubicBezTo>
                  <a:cubicBezTo>
                    <a:pt x="2429510" y="1963420"/>
                    <a:pt x="2423160" y="1963420"/>
                    <a:pt x="2423160" y="1964690"/>
                  </a:cubicBezTo>
                  <a:cubicBezTo>
                    <a:pt x="2423160" y="1964690"/>
                    <a:pt x="2415540" y="1963420"/>
                    <a:pt x="2411730" y="1963420"/>
                  </a:cubicBezTo>
                  <a:cubicBezTo>
                    <a:pt x="2407920" y="1962150"/>
                    <a:pt x="2401570" y="1962150"/>
                    <a:pt x="2401570" y="1962150"/>
                  </a:cubicBezTo>
                  <a:cubicBezTo>
                    <a:pt x="2401570" y="1962150"/>
                    <a:pt x="2395220" y="1959610"/>
                    <a:pt x="2391410" y="1958340"/>
                  </a:cubicBezTo>
                  <a:cubicBezTo>
                    <a:pt x="2387600" y="1957070"/>
                    <a:pt x="2381250" y="1954530"/>
                    <a:pt x="2381250" y="1954530"/>
                  </a:cubicBezTo>
                  <a:cubicBezTo>
                    <a:pt x="2381250" y="1954530"/>
                    <a:pt x="2374900" y="1950720"/>
                    <a:pt x="2372360" y="1948180"/>
                  </a:cubicBezTo>
                  <a:cubicBezTo>
                    <a:pt x="2369820" y="1946910"/>
                    <a:pt x="2363470" y="1943100"/>
                    <a:pt x="2363470" y="1943100"/>
                  </a:cubicBezTo>
                  <a:cubicBezTo>
                    <a:pt x="2363470" y="1943100"/>
                    <a:pt x="2362200" y="1940560"/>
                    <a:pt x="2360930" y="1940560"/>
                  </a:cubicBezTo>
                  <a:cubicBezTo>
                    <a:pt x="2359660" y="1939290"/>
                    <a:pt x="2352040" y="1945640"/>
                    <a:pt x="2352040" y="1945640"/>
                  </a:cubicBezTo>
                  <a:cubicBezTo>
                    <a:pt x="2352040" y="1945640"/>
                    <a:pt x="2345690" y="1946910"/>
                    <a:pt x="2341880" y="1948180"/>
                  </a:cubicBezTo>
                  <a:cubicBezTo>
                    <a:pt x="2338070" y="1949450"/>
                    <a:pt x="2331720" y="1950720"/>
                    <a:pt x="2331720" y="1950720"/>
                  </a:cubicBezTo>
                  <a:cubicBezTo>
                    <a:pt x="2331720" y="1950720"/>
                    <a:pt x="2330450" y="1950720"/>
                    <a:pt x="2330450" y="1950720"/>
                  </a:cubicBezTo>
                  <a:cubicBezTo>
                    <a:pt x="2329180" y="1951990"/>
                    <a:pt x="2327910" y="1951990"/>
                    <a:pt x="2327910" y="1951990"/>
                  </a:cubicBezTo>
                  <a:cubicBezTo>
                    <a:pt x="2327910" y="1951990"/>
                    <a:pt x="2320290" y="1951990"/>
                    <a:pt x="2316480" y="1951990"/>
                  </a:cubicBezTo>
                  <a:cubicBezTo>
                    <a:pt x="2313940" y="1953260"/>
                    <a:pt x="2306320" y="1953260"/>
                    <a:pt x="2306320" y="1953260"/>
                  </a:cubicBezTo>
                  <a:cubicBezTo>
                    <a:pt x="2306320" y="1953260"/>
                    <a:pt x="2299970" y="1951990"/>
                    <a:pt x="2296160" y="1950720"/>
                  </a:cubicBezTo>
                  <a:cubicBezTo>
                    <a:pt x="2292350" y="1950720"/>
                    <a:pt x="2286000" y="1949450"/>
                    <a:pt x="2286000" y="1949450"/>
                  </a:cubicBezTo>
                  <a:cubicBezTo>
                    <a:pt x="2286000" y="1949450"/>
                    <a:pt x="2286000" y="1948180"/>
                    <a:pt x="2284730" y="1946910"/>
                  </a:cubicBezTo>
                  <a:cubicBezTo>
                    <a:pt x="2282190" y="1945640"/>
                    <a:pt x="2277110" y="1946910"/>
                    <a:pt x="2270760" y="1945640"/>
                  </a:cubicBezTo>
                  <a:cubicBezTo>
                    <a:pt x="2252980" y="1941830"/>
                    <a:pt x="2211070" y="1929130"/>
                    <a:pt x="2180590" y="1922780"/>
                  </a:cubicBezTo>
                  <a:cubicBezTo>
                    <a:pt x="2150110" y="1916430"/>
                    <a:pt x="2118360" y="1911350"/>
                    <a:pt x="2086610" y="1906270"/>
                  </a:cubicBezTo>
                  <a:cubicBezTo>
                    <a:pt x="2056130" y="1901190"/>
                    <a:pt x="2004060" y="1899920"/>
                    <a:pt x="1991360" y="1893570"/>
                  </a:cubicBezTo>
                  <a:cubicBezTo>
                    <a:pt x="1988820" y="1892300"/>
                    <a:pt x="1990090" y="1888490"/>
                    <a:pt x="1986280" y="1887220"/>
                  </a:cubicBezTo>
                  <a:cubicBezTo>
                    <a:pt x="1982470" y="1884680"/>
                    <a:pt x="1973580" y="1888490"/>
                    <a:pt x="1963420" y="1887220"/>
                  </a:cubicBezTo>
                  <a:cubicBezTo>
                    <a:pt x="1941830" y="1885950"/>
                    <a:pt x="1892300" y="1888490"/>
                    <a:pt x="1865630" y="1873250"/>
                  </a:cubicBezTo>
                  <a:cubicBezTo>
                    <a:pt x="1840230" y="1856740"/>
                    <a:pt x="1816100" y="1818640"/>
                    <a:pt x="1809750" y="1790700"/>
                  </a:cubicBezTo>
                  <a:cubicBezTo>
                    <a:pt x="1804670" y="1764030"/>
                    <a:pt x="1813560" y="1733550"/>
                    <a:pt x="1824990" y="1710690"/>
                  </a:cubicBezTo>
                  <a:cubicBezTo>
                    <a:pt x="1836420" y="1687830"/>
                    <a:pt x="1852930" y="1663700"/>
                    <a:pt x="1875790" y="1652270"/>
                  </a:cubicBezTo>
                  <a:cubicBezTo>
                    <a:pt x="1901190" y="1639570"/>
                    <a:pt x="1969770" y="1652270"/>
                    <a:pt x="1973580" y="1642110"/>
                  </a:cubicBezTo>
                  <a:cubicBezTo>
                    <a:pt x="1976120" y="1634490"/>
                    <a:pt x="1941830" y="1619250"/>
                    <a:pt x="1935480" y="1609090"/>
                  </a:cubicBezTo>
                  <a:cubicBezTo>
                    <a:pt x="1931670" y="1602740"/>
                    <a:pt x="1931670" y="1595120"/>
                    <a:pt x="1930400" y="1592580"/>
                  </a:cubicBezTo>
                  <a:cubicBezTo>
                    <a:pt x="1929130" y="1591310"/>
                    <a:pt x="1926590" y="1590040"/>
                    <a:pt x="1926590" y="1590040"/>
                  </a:cubicBezTo>
                  <a:cubicBezTo>
                    <a:pt x="1926590" y="1590040"/>
                    <a:pt x="1921510" y="1584960"/>
                    <a:pt x="1920240" y="1582420"/>
                  </a:cubicBezTo>
                  <a:cubicBezTo>
                    <a:pt x="1918970" y="1582420"/>
                    <a:pt x="1918970" y="1581150"/>
                    <a:pt x="1917700" y="1581150"/>
                  </a:cubicBezTo>
                  <a:cubicBezTo>
                    <a:pt x="1917700" y="1579880"/>
                    <a:pt x="1917700" y="1581150"/>
                    <a:pt x="1916430" y="1581150"/>
                  </a:cubicBezTo>
                  <a:cubicBezTo>
                    <a:pt x="1915160" y="1582420"/>
                    <a:pt x="1907540" y="1586230"/>
                    <a:pt x="1907540" y="1586230"/>
                  </a:cubicBezTo>
                  <a:cubicBezTo>
                    <a:pt x="1907540" y="1586230"/>
                    <a:pt x="1901190" y="1587500"/>
                    <a:pt x="1898650" y="1588770"/>
                  </a:cubicBezTo>
                  <a:cubicBezTo>
                    <a:pt x="1894840" y="1588770"/>
                    <a:pt x="1888490" y="1591310"/>
                    <a:pt x="1888490" y="1591310"/>
                  </a:cubicBezTo>
                  <a:cubicBezTo>
                    <a:pt x="1888490" y="1591310"/>
                    <a:pt x="1882140" y="1591310"/>
                    <a:pt x="1878330" y="1591310"/>
                  </a:cubicBezTo>
                  <a:cubicBezTo>
                    <a:pt x="1875790" y="1591310"/>
                    <a:pt x="1869440" y="1591310"/>
                    <a:pt x="1868170" y="1591310"/>
                  </a:cubicBezTo>
                  <a:cubicBezTo>
                    <a:pt x="1868170" y="1591310"/>
                    <a:pt x="1861820" y="1590040"/>
                    <a:pt x="1859280" y="1588770"/>
                  </a:cubicBezTo>
                  <a:cubicBezTo>
                    <a:pt x="1855470" y="1587500"/>
                    <a:pt x="1849120" y="1586230"/>
                    <a:pt x="1849120" y="1586230"/>
                  </a:cubicBezTo>
                  <a:cubicBezTo>
                    <a:pt x="1849120" y="1586230"/>
                    <a:pt x="1844040" y="1583690"/>
                    <a:pt x="1840230" y="1581150"/>
                  </a:cubicBezTo>
                  <a:cubicBezTo>
                    <a:pt x="1837690" y="1579880"/>
                    <a:pt x="1831340" y="1577340"/>
                    <a:pt x="1831340" y="1577340"/>
                  </a:cubicBezTo>
                  <a:cubicBezTo>
                    <a:pt x="1831340" y="1577340"/>
                    <a:pt x="1826260" y="1572260"/>
                    <a:pt x="1823720" y="1570990"/>
                  </a:cubicBezTo>
                  <a:cubicBezTo>
                    <a:pt x="1822450" y="1568450"/>
                    <a:pt x="1817370" y="1564640"/>
                    <a:pt x="1817370" y="1564640"/>
                  </a:cubicBezTo>
                  <a:cubicBezTo>
                    <a:pt x="1817370" y="1564640"/>
                    <a:pt x="1813560" y="1558290"/>
                    <a:pt x="1811020" y="1555750"/>
                  </a:cubicBezTo>
                  <a:cubicBezTo>
                    <a:pt x="1809750" y="1553210"/>
                    <a:pt x="1805940" y="1548130"/>
                    <a:pt x="1805940" y="1548130"/>
                  </a:cubicBezTo>
                  <a:cubicBezTo>
                    <a:pt x="1805940" y="1548130"/>
                    <a:pt x="1803400" y="1541780"/>
                    <a:pt x="1802130" y="1537970"/>
                  </a:cubicBezTo>
                  <a:cubicBezTo>
                    <a:pt x="1800860" y="1535430"/>
                    <a:pt x="1798320" y="1529080"/>
                    <a:pt x="1798320" y="1529080"/>
                  </a:cubicBezTo>
                  <a:cubicBezTo>
                    <a:pt x="1798320" y="1529080"/>
                    <a:pt x="1783080" y="1534160"/>
                    <a:pt x="1776730" y="1541780"/>
                  </a:cubicBezTo>
                  <a:cubicBezTo>
                    <a:pt x="1766570" y="1554480"/>
                    <a:pt x="1770380" y="1595120"/>
                    <a:pt x="1753870" y="1614170"/>
                  </a:cubicBezTo>
                  <a:cubicBezTo>
                    <a:pt x="1732280" y="1637030"/>
                    <a:pt x="1682750" y="1653540"/>
                    <a:pt x="1645920" y="1658620"/>
                  </a:cubicBezTo>
                  <a:cubicBezTo>
                    <a:pt x="1609090" y="1662430"/>
                    <a:pt x="1558290" y="1654810"/>
                    <a:pt x="1532890" y="1644650"/>
                  </a:cubicBezTo>
                  <a:cubicBezTo>
                    <a:pt x="1516380" y="1638300"/>
                    <a:pt x="1513840" y="1619250"/>
                    <a:pt x="1498600" y="1616710"/>
                  </a:cubicBezTo>
                  <a:cubicBezTo>
                    <a:pt x="1474470" y="1614170"/>
                    <a:pt x="1432560" y="1654810"/>
                    <a:pt x="1400810" y="1657350"/>
                  </a:cubicBezTo>
                  <a:cubicBezTo>
                    <a:pt x="1372870" y="1658620"/>
                    <a:pt x="1339850" y="1652270"/>
                    <a:pt x="1319530" y="1634490"/>
                  </a:cubicBezTo>
                  <a:cubicBezTo>
                    <a:pt x="1297940" y="1615440"/>
                    <a:pt x="1299210" y="1563370"/>
                    <a:pt x="1280160" y="1540510"/>
                  </a:cubicBezTo>
                  <a:cubicBezTo>
                    <a:pt x="1264920" y="1522730"/>
                    <a:pt x="1243330" y="1508760"/>
                    <a:pt x="1223010" y="1504950"/>
                  </a:cubicBezTo>
                  <a:cubicBezTo>
                    <a:pt x="1203960" y="1501140"/>
                    <a:pt x="1183640" y="1518920"/>
                    <a:pt x="1163320" y="1515110"/>
                  </a:cubicBezTo>
                  <a:cubicBezTo>
                    <a:pt x="1137920" y="1511300"/>
                    <a:pt x="1090930" y="1483360"/>
                    <a:pt x="1082040" y="1469390"/>
                  </a:cubicBezTo>
                  <a:cubicBezTo>
                    <a:pt x="1078230" y="1463040"/>
                    <a:pt x="1083310" y="1456690"/>
                    <a:pt x="1079500" y="1452880"/>
                  </a:cubicBezTo>
                  <a:cubicBezTo>
                    <a:pt x="1073150" y="1446530"/>
                    <a:pt x="1043940" y="1449070"/>
                    <a:pt x="1035050" y="1449070"/>
                  </a:cubicBezTo>
                  <a:cubicBezTo>
                    <a:pt x="1029970" y="1449070"/>
                    <a:pt x="1024890" y="1449070"/>
                    <a:pt x="1024890" y="1449070"/>
                  </a:cubicBezTo>
                  <a:cubicBezTo>
                    <a:pt x="1024890" y="1449070"/>
                    <a:pt x="1018540" y="1449070"/>
                    <a:pt x="1014730" y="1447800"/>
                  </a:cubicBezTo>
                  <a:cubicBezTo>
                    <a:pt x="1012190" y="1447800"/>
                    <a:pt x="1004570" y="1446530"/>
                    <a:pt x="1004570" y="1446530"/>
                  </a:cubicBezTo>
                  <a:cubicBezTo>
                    <a:pt x="1004570" y="1446530"/>
                    <a:pt x="1003300" y="1445260"/>
                    <a:pt x="1002030" y="1445260"/>
                  </a:cubicBezTo>
                  <a:cubicBezTo>
                    <a:pt x="1002030" y="1445260"/>
                    <a:pt x="1000760" y="1445260"/>
                    <a:pt x="1000760" y="1445260"/>
                  </a:cubicBezTo>
                  <a:cubicBezTo>
                    <a:pt x="1000760" y="1445260"/>
                    <a:pt x="1002030" y="1445260"/>
                    <a:pt x="1002030" y="1445260"/>
                  </a:cubicBezTo>
                  <a:cubicBezTo>
                    <a:pt x="1002030" y="1445260"/>
                    <a:pt x="996950" y="1443990"/>
                    <a:pt x="995680" y="1442720"/>
                  </a:cubicBezTo>
                  <a:cubicBezTo>
                    <a:pt x="991870" y="1441450"/>
                    <a:pt x="985520" y="1438910"/>
                    <a:pt x="985520" y="1438910"/>
                  </a:cubicBezTo>
                  <a:cubicBezTo>
                    <a:pt x="985520" y="1438910"/>
                    <a:pt x="980440" y="1435100"/>
                    <a:pt x="976630" y="1432560"/>
                  </a:cubicBezTo>
                  <a:cubicBezTo>
                    <a:pt x="974090" y="1430020"/>
                    <a:pt x="969010" y="1426210"/>
                    <a:pt x="969010" y="1426210"/>
                  </a:cubicBezTo>
                  <a:cubicBezTo>
                    <a:pt x="969010" y="1426210"/>
                    <a:pt x="963930" y="1421130"/>
                    <a:pt x="961390" y="1418590"/>
                  </a:cubicBezTo>
                  <a:cubicBezTo>
                    <a:pt x="960120" y="1416050"/>
                    <a:pt x="955040" y="1410970"/>
                    <a:pt x="955040" y="1410970"/>
                  </a:cubicBezTo>
                  <a:cubicBezTo>
                    <a:pt x="955040" y="1409700"/>
                    <a:pt x="952500" y="1404620"/>
                    <a:pt x="951230" y="1400810"/>
                  </a:cubicBezTo>
                  <a:cubicBezTo>
                    <a:pt x="948690" y="1398270"/>
                    <a:pt x="946150" y="1391920"/>
                    <a:pt x="946150" y="1391920"/>
                  </a:cubicBezTo>
                  <a:cubicBezTo>
                    <a:pt x="946150" y="1391920"/>
                    <a:pt x="944880" y="1384300"/>
                    <a:pt x="943610" y="1381760"/>
                  </a:cubicBezTo>
                  <a:cubicBezTo>
                    <a:pt x="943610" y="1377950"/>
                    <a:pt x="941070" y="1371600"/>
                    <a:pt x="941070" y="1371600"/>
                  </a:cubicBezTo>
                  <a:cubicBezTo>
                    <a:pt x="941070" y="1371600"/>
                    <a:pt x="942340" y="1363980"/>
                    <a:pt x="942340" y="1361440"/>
                  </a:cubicBezTo>
                  <a:cubicBezTo>
                    <a:pt x="942340" y="1357630"/>
                    <a:pt x="942340" y="1350010"/>
                    <a:pt x="942340" y="1350010"/>
                  </a:cubicBezTo>
                  <a:cubicBezTo>
                    <a:pt x="942340" y="1350010"/>
                    <a:pt x="943610" y="1343660"/>
                    <a:pt x="944880" y="1339850"/>
                  </a:cubicBezTo>
                  <a:cubicBezTo>
                    <a:pt x="946150" y="1337310"/>
                    <a:pt x="947420" y="1330960"/>
                    <a:pt x="947420" y="1329690"/>
                  </a:cubicBezTo>
                  <a:cubicBezTo>
                    <a:pt x="947420" y="1329690"/>
                    <a:pt x="951230" y="1324610"/>
                    <a:pt x="952500" y="1320800"/>
                  </a:cubicBezTo>
                  <a:cubicBezTo>
                    <a:pt x="955040" y="1318260"/>
                    <a:pt x="957580" y="1311910"/>
                    <a:pt x="957580" y="1311910"/>
                  </a:cubicBezTo>
                  <a:cubicBezTo>
                    <a:pt x="958850" y="1311910"/>
                    <a:pt x="974090" y="1304290"/>
                    <a:pt x="982980" y="1300480"/>
                  </a:cubicBezTo>
                  <a:cubicBezTo>
                    <a:pt x="991870" y="1296670"/>
                    <a:pt x="1005840" y="1294130"/>
                    <a:pt x="1010920" y="1286510"/>
                  </a:cubicBezTo>
                  <a:cubicBezTo>
                    <a:pt x="1014730" y="1280160"/>
                    <a:pt x="1016000" y="1261110"/>
                    <a:pt x="1009650" y="1256030"/>
                  </a:cubicBezTo>
                  <a:cubicBezTo>
                    <a:pt x="996950" y="1244600"/>
                    <a:pt x="939800" y="1267460"/>
                    <a:pt x="904240" y="1270000"/>
                  </a:cubicBezTo>
                  <a:cubicBezTo>
                    <a:pt x="869950" y="1271270"/>
                    <a:pt x="820420" y="1267460"/>
                    <a:pt x="800100" y="1267460"/>
                  </a:cubicBezTo>
                  <a:cubicBezTo>
                    <a:pt x="789940" y="1267460"/>
                    <a:pt x="786130" y="1267460"/>
                    <a:pt x="779780" y="1267460"/>
                  </a:cubicBezTo>
                  <a:cubicBezTo>
                    <a:pt x="772160" y="1267460"/>
                    <a:pt x="765810" y="1266190"/>
                    <a:pt x="758190" y="1266190"/>
                  </a:cubicBezTo>
                  <a:cubicBezTo>
                    <a:pt x="748030" y="1267460"/>
                    <a:pt x="735330" y="1272540"/>
                    <a:pt x="723900" y="1273810"/>
                  </a:cubicBezTo>
                  <a:cubicBezTo>
                    <a:pt x="713740" y="1273810"/>
                    <a:pt x="704850" y="1267460"/>
                    <a:pt x="695960" y="1271270"/>
                  </a:cubicBezTo>
                  <a:cubicBezTo>
                    <a:pt x="680720" y="1276350"/>
                    <a:pt x="673100" y="1308100"/>
                    <a:pt x="652780" y="1318260"/>
                  </a:cubicBezTo>
                  <a:cubicBezTo>
                    <a:pt x="624840" y="1332230"/>
                    <a:pt x="551180" y="1334770"/>
                    <a:pt x="530860" y="1325880"/>
                  </a:cubicBezTo>
                  <a:cubicBezTo>
                    <a:pt x="521970" y="1322070"/>
                    <a:pt x="523240" y="1310640"/>
                    <a:pt x="515620" y="1309370"/>
                  </a:cubicBezTo>
                  <a:cubicBezTo>
                    <a:pt x="499110" y="1304290"/>
                    <a:pt x="448310" y="1341120"/>
                    <a:pt x="427990" y="1341120"/>
                  </a:cubicBezTo>
                  <a:cubicBezTo>
                    <a:pt x="417830" y="1339850"/>
                    <a:pt x="405130" y="1328420"/>
                    <a:pt x="403860" y="1329690"/>
                  </a:cubicBezTo>
                  <a:cubicBezTo>
                    <a:pt x="403860" y="1329690"/>
                    <a:pt x="407670" y="1333500"/>
                    <a:pt x="410210" y="1334770"/>
                  </a:cubicBezTo>
                  <a:cubicBezTo>
                    <a:pt x="411480" y="1337310"/>
                    <a:pt x="414020" y="1338580"/>
                    <a:pt x="416560" y="1341120"/>
                  </a:cubicBezTo>
                  <a:cubicBezTo>
                    <a:pt x="416560" y="1342390"/>
                    <a:pt x="417830" y="1343660"/>
                    <a:pt x="417830" y="1344930"/>
                  </a:cubicBezTo>
                  <a:cubicBezTo>
                    <a:pt x="419100" y="1346200"/>
                    <a:pt x="420370" y="1346200"/>
                    <a:pt x="421640" y="1347470"/>
                  </a:cubicBezTo>
                  <a:cubicBezTo>
                    <a:pt x="422910" y="1350010"/>
                    <a:pt x="422910" y="1352550"/>
                    <a:pt x="424180" y="1355090"/>
                  </a:cubicBezTo>
                  <a:cubicBezTo>
                    <a:pt x="425450" y="1357630"/>
                    <a:pt x="427990" y="1360170"/>
                    <a:pt x="429260" y="1362710"/>
                  </a:cubicBezTo>
                  <a:cubicBezTo>
                    <a:pt x="429260" y="1363980"/>
                    <a:pt x="429260" y="1365250"/>
                    <a:pt x="429260" y="1366520"/>
                  </a:cubicBezTo>
                  <a:cubicBezTo>
                    <a:pt x="430530" y="1367790"/>
                    <a:pt x="430530" y="1369060"/>
                    <a:pt x="431800" y="1370330"/>
                  </a:cubicBezTo>
                  <a:cubicBezTo>
                    <a:pt x="431800" y="1372870"/>
                    <a:pt x="431800" y="1376680"/>
                    <a:pt x="431800" y="1379220"/>
                  </a:cubicBezTo>
                  <a:cubicBezTo>
                    <a:pt x="433070" y="1381760"/>
                    <a:pt x="433070" y="1384300"/>
                    <a:pt x="434340" y="1386840"/>
                  </a:cubicBezTo>
                  <a:cubicBezTo>
                    <a:pt x="434340" y="1389380"/>
                    <a:pt x="433070" y="1389380"/>
                    <a:pt x="433070" y="1391920"/>
                  </a:cubicBezTo>
                  <a:cubicBezTo>
                    <a:pt x="433070" y="1393190"/>
                    <a:pt x="433070" y="1394460"/>
                    <a:pt x="433070" y="1395730"/>
                  </a:cubicBezTo>
                  <a:cubicBezTo>
                    <a:pt x="433070" y="1398270"/>
                    <a:pt x="431800" y="1400810"/>
                    <a:pt x="431800" y="1403350"/>
                  </a:cubicBezTo>
                  <a:cubicBezTo>
                    <a:pt x="430530" y="1405890"/>
                    <a:pt x="431800" y="1409700"/>
                    <a:pt x="430530" y="1412240"/>
                  </a:cubicBezTo>
                  <a:cubicBezTo>
                    <a:pt x="430530" y="1413510"/>
                    <a:pt x="429260" y="1414780"/>
                    <a:pt x="429260" y="1416050"/>
                  </a:cubicBezTo>
                  <a:cubicBezTo>
                    <a:pt x="427990" y="1417320"/>
                    <a:pt x="427990" y="1418590"/>
                    <a:pt x="427990" y="1419860"/>
                  </a:cubicBezTo>
                  <a:cubicBezTo>
                    <a:pt x="426720" y="1422400"/>
                    <a:pt x="424180" y="1424940"/>
                    <a:pt x="422910" y="1427480"/>
                  </a:cubicBezTo>
                  <a:cubicBezTo>
                    <a:pt x="421640" y="1430020"/>
                    <a:pt x="421640" y="1432560"/>
                    <a:pt x="419100" y="1435100"/>
                  </a:cubicBezTo>
                  <a:cubicBezTo>
                    <a:pt x="419100" y="1436370"/>
                    <a:pt x="417830" y="1436370"/>
                    <a:pt x="416560" y="1437640"/>
                  </a:cubicBezTo>
                  <a:cubicBezTo>
                    <a:pt x="415290" y="1438910"/>
                    <a:pt x="415290" y="1440180"/>
                    <a:pt x="414020" y="1441450"/>
                  </a:cubicBezTo>
                  <a:cubicBezTo>
                    <a:pt x="412750" y="1442720"/>
                    <a:pt x="410210" y="1445260"/>
                    <a:pt x="407670" y="1446530"/>
                  </a:cubicBezTo>
                  <a:cubicBezTo>
                    <a:pt x="406400" y="1449070"/>
                    <a:pt x="403860" y="1451610"/>
                    <a:pt x="402590" y="1452880"/>
                  </a:cubicBezTo>
                  <a:cubicBezTo>
                    <a:pt x="401320" y="1454150"/>
                    <a:pt x="400050" y="1454150"/>
                    <a:pt x="398780" y="1454150"/>
                  </a:cubicBezTo>
                  <a:cubicBezTo>
                    <a:pt x="397510" y="1455420"/>
                    <a:pt x="396240" y="1456690"/>
                    <a:pt x="394970" y="1456690"/>
                  </a:cubicBezTo>
                  <a:cubicBezTo>
                    <a:pt x="393700" y="1457960"/>
                    <a:pt x="389890" y="1459230"/>
                    <a:pt x="387350" y="1460500"/>
                  </a:cubicBezTo>
                  <a:cubicBezTo>
                    <a:pt x="384810" y="1461770"/>
                    <a:pt x="382270" y="1463040"/>
                    <a:pt x="379730" y="1464310"/>
                  </a:cubicBezTo>
                  <a:cubicBezTo>
                    <a:pt x="378460" y="1464310"/>
                    <a:pt x="377190" y="1464310"/>
                    <a:pt x="375920" y="1464310"/>
                  </a:cubicBezTo>
                  <a:cubicBezTo>
                    <a:pt x="374650" y="1465580"/>
                    <a:pt x="373380" y="1465580"/>
                    <a:pt x="372110" y="1465580"/>
                  </a:cubicBezTo>
                  <a:cubicBezTo>
                    <a:pt x="369570" y="1466850"/>
                    <a:pt x="365760" y="1466850"/>
                    <a:pt x="363220" y="1466850"/>
                  </a:cubicBezTo>
                  <a:cubicBezTo>
                    <a:pt x="360680" y="1466850"/>
                    <a:pt x="356870" y="1468120"/>
                    <a:pt x="354330" y="1468120"/>
                  </a:cubicBezTo>
                  <a:cubicBezTo>
                    <a:pt x="353060" y="1468120"/>
                    <a:pt x="351790" y="1466850"/>
                    <a:pt x="350520" y="1466850"/>
                  </a:cubicBezTo>
                  <a:cubicBezTo>
                    <a:pt x="349250" y="1466850"/>
                    <a:pt x="347980" y="1466850"/>
                    <a:pt x="346710" y="1466850"/>
                  </a:cubicBezTo>
                  <a:cubicBezTo>
                    <a:pt x="344170" y="1466850"/>
                    <a:pt x="341630" y="1465580"/>
                    <a:pt x="339090" y="1464310"/>
                  </a:cubicBezTo>
                  <a:cubicBezTo>
                    <a:pt x="335280" y="1464310"/>
                    <a:pt x="332740" y="1464310"/>
                    <a:pt x="330200" y="1463040"/>
                  </a:cubicBezTo>
                  <a:cubicBezTo>
                    <a:pt x="328930" y="1463040"/>
                    <a:pt x="327660" y="1461770"/>
                    <a:pt x="326390" y="1461770"/>
                  </a:cubicBezTo>
                  <a:cubicBezTo>
                    <a:pt x="325120" y="1460500"/>
                    <a:pt x="323850" y="1460500"/>
                    <a:pt x="322580" y="1460500"/>
                  </a:cubicBezTo>
                  <a:cubicBezTo>
                    <a:pt x="320040" y="1459230"/>
                    <a:pt x="317500" y="1456690"/>
                    <a:pt x="316230" y="1455420"/>
                  </a:cubicBezTo>
                  <a:cubicBezTo>
                    <a:pt x="313690" y="1454150"/>
                    <a:pt x="308610" y="1452880"/>
                    <a:pt x="308610" y="1451610"/>
                  </a:cubicBezTo>
                  <a:cubicBezTo>
                    <a:pt x="307340" y="1450340"/>
                    <a:pt x="308610" y="1450340"/>
                    <a:pt x="307340" y="1450340"/>
                  </a:cubicBezTo>
                  <a:cubicBezTo>
                    <a:pt x="307340" y="1449070"/>
                    <a:pt x="304800" y="1447800"/>
                    <a:pt x="302260" y="1445260"/>
                  </a:cubicBezTo>
                  <a:cubicBezTo>
                    <a:pt x="297180" y="1441450"/>
                    <a:pt x="290830" y="1432560"/>
                    <a:pt x="287020" y="1424940"/>
                  </a:cubicBezTo>
                  <a:cubicBezTo>
                    <a:pt x="283210" y="1418590"/>
                    <a:pt x="280670" y="1409700"/>
                    <a:pt x="279400" y="1402080"/>
                  </a:cubicBezTo>
                  <a:cubicBezTo>
                    <a:pt x="278130" y="1393190"/>
                    <a:pt x="278130" y="1384300"/>
                    <a:pt x="279400" y="1376680"/>
                  </a:cubicBezTo>
                  <a:cubicBezTo>
                    <a:pt x="280670" y="1369060"/>
                    <a:pt x="285750" y="1365250"/>
                    <a:pt x="287020" y="1356360"/>
                  </a:cubicBezTo>
                  <a:cubicBezTo>
                    <a:pt x="288290" y="1341120"/>
                    <a:pt x="267970" y="1314450"/>
                    <a:pt x="273050" y="1294130"/>
                  </a:cubicBezTo>
                  <a:cubicBezTo>
                    <a:pt x="279400" y="1270000"/>
                    <a:pt x="314960" y="1238250"/>
                    <a:pt x="340360" y="1221740"/>
                  </a:cubicBezTo>
                  <a:cubicBezTo>
                    <a:pt x="364490" y="1203960"/>
                    <a:pt x="403860" y="1196340"/>
                    <a:pt x="421640" y="1188720"/>
                  </a:cubicBezTo>
                  <a:cubicBezTo>
                    <a:pt x="429260" y="1186180"/>
                    <a:pt x="439420" y="1183640"/>
                    <a:pt x="439420" y="1181100"/>
                  </a:cubicBezTo>
                  <a:cubicBezTo>
                    <a:pt x="439420" y="1179830"/>
                    <a:pt x="438150" y="1177290"/>
                    <a:pt x="435610" y="1176020"/>
                  </a:cubicBezTo>
                  <a:cubicBezTo>
                    <a:pt x="425450" y="1173480"/>
                    <a:pt x="378460" y="1206500"/>
                    <a:pt x="351790" y="1203960"/>
                  </a:cubicBezTo>
                  <a:cubicBezTo>
                    <a:pt x="327660" y="1201420"/>
                    <a:pt x="306070" y="1177290"/>
                    <a:pt x="281940" y="1165860"/>
                  </a:cubicBezTo>
                  <a:cubicBezTo>
                    <a:pt x="257810" y="1153160"/>
                    <a:pt x="226060" y="1153160"/>
                    <a:pt x="207010" y="1131570"/>
                  </a:cubicBezTo>
                  <a:cubicBezTo>
                    <a:pt x="184150" y="1104900"/>
                    <a:pt x="184150" y="1045210"/>
                    <a:pt x="170180" y="1008380"/>
                  </a:cubicBezTo>
                  <a:cubicBezTo>
                    <a:pt x="158750" y="975360"/>
                    <a:pt x="135890" y="947420"/>
                    <a:pt x="130810" y="916940"/>
                  </a:cubicBezTo>
                  <a:cubicBezTo>
                    <a:pt x="127000" y="886460"/>
                    <a:pt x="132080" y="853440"/>
                    <a:pt x="139700" y="824230"/>
                  </a:cubicBezTo>
                  <a:cubicBezTo>
                    <a:pt x="146050" y="797560"/>
                    <a:pt x="176530" y="753110"/>
                    <a:pt x="172720" y="749300"/>
                  </a:cubicBezTo>
                  <a:cubicBezTo>
                    <a:pt x="172720" y="748030"/>
                    <a:pt x="171450" y="749300"/>
                    <a:pt x="170180" y="748030"/>
                  </a:cubicBezTo>
                  <a:cubicBezTo>
                    <a:pt x="162560" y="746760"/>
                    <a:pt x="111760" y="731520"/>
                    <a:pt x="102870" y="708660"/>
                  </a:cubicBezTo>
                  <a:cubicBezTo>
                    <a:pt x="90170" y="674370"/>
                    <a:pt x="163830" y="553720"/>
                    <a:pt x="160020" y="541020"/>
                  </a:cubicBezTo>
                  <a:cubicBezTo>
                    <a:pt x="158750" y="539750"/>
                    <a:pt x="156210" y="538480"/>
                    <a:pt x="154940" y="538480"/>
                  </a:cubicBezTo>
                  <a:cubicBezTo>
                    <a:pt x="154940" y="538480"/>
                    <a:pt x="151130" y="533400"/>
                    <a:pt x="148590" y="530860"/>
                  </a:cubicBezTo>
                  <a:cubicBezTo>
                    <a:pt x="146050" y="528320"/>
                    <a:pt x="140970" y="523240"/>
                    <a:pt x="140970" y="523240"/>
                  </a:cubicBezTo>
                  <a:cubicBezTo>
                    <a:pt x="140970" y="523240"/>
                    <a:pt x="137160" y="516890"/>
                    <a:pt x="135890" y="513080"/>
                  </a:cubicBezTo>
                  <a:cubicBezTo>
                    <a:pt x="134620" y="510540"/>
                    <a:pt x="130810" y="504190"/>
                    <a:pt x="130810" y="504190"/>
                  </a:cubicBezTo>
                  <a:cubicBezTo>
                    <a:pt x="130810" y="504190"/>
                    <a:pt x="129540" y="496570"/>
                    <a:pt x="128270" y="494030"/>
                  </a:cubicBezTo>
                  <a:cubicBezTo>
                    <a:pt x="127000" y="490220"/>
                    <a:pt x="125730" y="483870"/>
                    <a:pt x="125730" y="482600"/>
                  </a:cubicBezTo>
                  <a:cubicBezTo>
                    <a:pt x="125730" y="482600"/>
                    <a:pt x="125730" y="476250"/>
                    <a:pt x="125730" y="472440"/>
                  </a:cubicBezTo>
                  <a:cubicBezTo>
                    <a:pt x="125730" y="468630"/>
                    <a:pt x="125730" y="462280"/>
                    <a:pt x="125730" y="462280"/>
                  </a:cubicBezTo>
                  <a:cubicBezTo>
                    <a:pt x="125730" y="461010"/>
                    <a:pt x="127000" y="454660"/>
                    <a:pt x="128270" y="450850"/>
                  </a:cubicBezTo>
                  <a:cubicBezTo>
                    <a:pt x="128270" y="448310"/>
                    <a:pt x="130810" y="440690"/>
                    <a:pt x="130810" y="440690"/>
                  </a:cubicBezTo>
                  <a:cubicBezTo>
                    <a:pt x="130810" y="440690"/>
                    <a:pt x="133350" y="434340"/>
                    <a:pt x="135890" y="431800"/>
                  </a:cubicBezTo>
                  <a:cubicBezTo>
                    <a:pt x="137160" y="427990"/>
                    <a:pt x="139700" y="421640"/>
                    <a:pt x="140970" y="421640"/>
                  </a:cubicBezTo>
                  <a:cubicBezTo>
                    <a:pt x="140970" y="421640"/>
                    <a:pt x="144780" y="416560"/>
                    <a:pt x="147320" y="414020"/>
                  </a:cubicBezTo>
                  <a:cubicBezTo>
                    <a:pt x="148590" y="411480"/>
                    <a:pt x="152400" y="408940"/>
                    <a:pt x="152400" y="407670"/>
                  </a:cubicBezTo>
                  <a:cubicBezTo>
                    <a:pt x="151130" y="406400"/>
                    <a:pt x="133350" y="405130"/>
                    <a:pt x="129540" y="405130"/>
                  </a:cubicBezTo>
                  <a:cubicBezTo>
                    <a:pt x="127000" y="405130"/>
                    <a:pt x="125730" y="406400"/>
                    <a:pt x="125730" y="406400"/>
                  </a:cubicBezTo>
                  <a:cubicBezTo>
                    <a:pt x="125730" y="406400"/>
                    <a:pt x="118110" y="406400"/>
                    <a:pt x="115570" y="405130"/>
                  </a:cubicBezTo>
                  <a:cubicBezTo>
                    <a:pt x="111760" y="405130"/>
                    <a:pt x="104140" y="405130"/>
                    <a:pt x="104140" y="405130"/>
                  </a:cubicBezTo>
                  <a:cubicBezTo>
                    <a:pt x="104140" y="405130"/>
                    <a:pt x="96520" y="402590"/>
                    <a:pt x="93980" y="402590"/>
                  </a:cubicBezTo>
                  <a:cubicBezTo>
                    <a:pt x="92710" y="401320"/>
                    <a:pt x="91440" y="401320"/>
                    <a:pt x="90170" y="401320"/>
                  </a:cubicBezTo>
                  <a:cubicBezTo>
                    <a:pt x="88900" y="401320"/>
                    <a:pt x="87630" y="401320"/>
                    <a:pt x="87630" y="401320"/>
                  </a:cubicBezTo>
                  <a:cubicBezTo>
                    <a:pt x="87630" y="401320"/>
                    <a:pt x="88900" y="401320"/>
                    <a:pt x="88900" y="400050"/>
                  </a:cubicBezTo>
                  <a:cubicBezTo>
                    <a:pt x="88900" y="400050"/>
                    <a:pt x="83820" y="398780"/>
                    <a:pt x="83820" y="398780"/>
                  </a:cubicBezTo>
                  <a:cubicBezTo>
                    <a:pt x="83820" y="398780"/>
                    <a:pt x="77470" y="396240"/>
                    <a:pt x="74930" y="393700"/>
                  </a:cubicBezTo>
                  <a:cubicBezTo>
                    <a:pt x="71120" y="392430"/>
                    <a:pt x="64770" y="388620"/>
                    <a:pt x="64770" y="388620"/>
                  </a:cubicBezTo>
                  <a:cubicBezTo>
                    <a:pt x="64770" y="388620"/>
                    <a:pt x="59690" y="383540"/>
                    <a:pt x="57150" y="381000"/>
                  </a:cubicBezTo>
                  <a:cubicBezTo>
                    <a:pt x="54610" y="378460"/>
                    <a:pt x="49530" y="373380"/>
                    <a:pt x="49530" y="373380"/>
                  </a:cubicBezTo>
                  <a:cubicBezTo>
                    <a:pt x="49530" y="373380"/>
                    <a:pt x="45720" y="367030"/>
                    <a:pt x="44450" y="364490"/>
                  </a:cubicBezTo>
                  <a:cubicBezTo>
                    <a:pt x="41910" y="361950"/>
                    <a:pt x="38100" y="355600"/>
                    <a:pt x="38100" y="355600"/>
                  </a:cubicBezTo>
                  <a:cubicBezTo>
                    <a:pt x="38100" y="355600"/>
                    <a:pt x="35560" y="347980"/>
                    <a:pt x="34290" y="345440"/>
                  </a:cubicBezTo>
                  <a:cubicBezTo>
                    <a:pt x="34290" y="341630"/>
                    <a:pt x="31750" y="335280"/>
                    <a:pt x="31750" y="335280"/>
                  </a:cubicBezTo>
                  <a:cubicBezTo>
                    <a:pt x="31750" y="335280"/>
                    <a:pt x="30480" y="327660"/>
                    <a:pt x="30480" y="323850"/>
                  </a:cubicBezTo>
                  <a:cubicBezTo>
                    <a:pt x="30480" y="321310"/>
                    <a:pt x="30480" y="313690"/>
                    <a:pt x="30480" y="313690"/>
                  </a:cubicBezTo>
                  <a:cubicBezTo>
                    <a:pt x="30480" y="313690"/>
                    <a:pt x="30480" y="306070"/>
                    <a:pt x="31750" y="303530"/>
                  </a:cubicBezTo>
                  <a:cubicBezTo>
                    <a:pt x="31750" y="299720"/>
                    <a:pt x="33020" y="292100"/>
                    <a:pt x="33020" y="292100"/>
                  </a:cubicBezTo>
                  <a:cubicBezTo>
                    <a:pt x="33020" y="292100"/>
                    <a:pt x="36830" y="285750"/>
                    <a:pt x="38100" y="281940"/>
                  </a:cubicBezTo>
                  <a:cubicBezTo>
                    <a:pt x="38100" y="280670"/>
                    <a:pt x="39370" y="280670"/>
                    <a:pt x="39370" y="278130"/>
                  </a:cubicBezTo>
                  <a:cubicBezTo>
                    <a:pt x="39370" y="265430"/>
                    <a:pt x="0" y="176530"/>
                    <a:pt x="0" y="176530"/>
                  </a:cubicBezTo>
                  <a:moveTo>
                    <a:pt x="952500" y="801370"/>
                  </a:moveTo>
                  <a:cubicBezTo>
                    <a:pt x="965200" y="848360"/>
                    <a:pt x="994410" y="836930"/>
                    <a:pt x="996950" y="830580"/>
                  </a:cubicBezTo>
                  <a:cubicBezTo>
                    <a:pt x="998220" y="821690"/>
                    <a:pt x="970280" y="798830"/>
                    <a:pt x="962660" y="797560"/>
                  </a:cubicBezTo>
                  <a:cubicBezTo>
                    <a:pt x="960120" y="796290"/>
                    <a:pt x="956310" y="800100"/>
                    <a:pt x="955040" y="801370"/>
                  </a:cubicBezTo>
                  <a:cubicBezTo>
                    <a:pt x="953770" y="801370"/>
                    <a:pt x="952500" y="801370"/>
                    <a:pt x="952500" y="801370"/>
                  </a:cubicBezTo>
                  <a:moveTo>
                    <a:pt x="1159510" y="783590"/>
                  </a:moveTo>
                  <a:cubicBezTo>
                    <a:pt x="1172210" y="803910"/>
                    <a:pt x="1169670" y="810260"/>
                    <a:pt x="1173480" y="812800"/>
                  </a:cubicBezTo>
                  <a:cubicBezTo>
                    <a:pt x="1181100" y="819150"/>
                    <a:pt x="1217930" y="821690"/>
                    <a:pt x="1228090" y="815340"/>
                  </a:cubicBezTo>
                  <a:cubicBezTo>
                    <a:pt x="1234440" y="810260"/>
                    <a:pt x="1239520" y="798830"/>
                    <a:pt x="1236980" y="792480"/>
                  </a:cubicBezTo>
                  <a:cubicBezTo>
                    <a:pt x="1234440" y="784860"/>
                    <a:pt x="1217930" y="777240"/>
                    <a:pt x="1206500" y="775970"/>
                  </a:cubicBezTo>
                  <a:cubicBezTo>
                    <a:pt x="1193800" y="773430"/>
                    <a:pt x="1159510" y="783590"/>
                    <a:pt x="1159510" y="783590"/>
                  </a:cubicBezTo>
                  <a:moveTo>
                    <a:pt x="1391920" y="833120"/>
                  </a:moveTo>
                  <a:cubicBezTo>
                    <a:pt x="1395730" y="845820"/>
                    <a:pt x="1413510" y="830580"/>
                    <a:pt x="1423670" y="829310"/>
                  </a:cubicBezTo>
                  <a:cubicBezTo>
                    <a:pt x="1433830" y="828040"/>
                    <a:pt x="1451610" y="835660"/>
                    <a:pt x="1452880" y="833120"/>
                  </a:cubicBezTo>
                  <a:cubicBezTo>
                    <a:pt x="1454150" y="829310"/>
                    <a:pt x="1426210" y="800100"/>
                    <a:pt x="1416050" y="801370"/>
                  </a:cubicBezTo>
                  <a:cubicBezTo>
                    <a:pt x="1405890" y="802640"/>
                    <a:pt x="1391920" y="833120"/>
                    <a:pt x="1391920" y="833120"/>
                  </a:cubicBezTo>
                  <a:moveTo>
                    <a:pt x="1479550" y="835660"/>
                  </a:moveTo>
                  <a:cubicBezTo>
                    <a:pt x="1497330" y="836930"/>
                    <a:pt x="1498600" y="835660"/>
                    <a:pt x="1499870" y="834390"/>
                  </a:cubicBezTo>
                  <a:cubicBezTo>
                    <a:pt x="1499870" y="833120"/>
                    <a:pt x="1479550" y="835660"/>
                    <a:pt x="1479550" y="835660"/>
                  </a:cubicBezTo>
                  <a:moveTo>
                    <a:pt x="1681480" y="1308100"/>
                  </a:moveTo>
                  <a:cubicBezTo>
                    <a:pt x="1731010" y="1353820"/>
                    <a:pt x="1738630" y="1332230"/>
                    <a:pt x="1736090" y="1324610"/>
                  </a:cubicBezTo>
                  <a:cubicBezTo>
                    <a:pt x="1732280" y="1314450"/>
                    <a:pt x="1715770" y="1305560"/>
                    <a:pt x="1705610" y="1303020"/>
                  </a:cubicBezTo>
                  <a:cubicBezTo>
                    <a:pt x="1697990" y="1301750"/>
                    <a:pt x="1681480" y="1308100"/>
                    <a:pt x="1681480" y="1308100"/>
                  </a:cubicBezTo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89" id="89"/>
          <p:cNvGrpSpPr/>
          <p:nvPr/>
        </p:nvGrpSpPr>
        <p:grpSpPr>
          <a:xfrm rot="0">
            <a:off x="15486698" y="3830003"/>
            <a:ext cx="1180148" cy="277178"/>
            <a:chOff x="0" y="0"/>
            <a:chExt cx="1573530" cy="369570"/>
          </a:xfrm>
        </p:grpSpPr>
        <p:sp>
          <p:nvSpPr>
            <p:cNvPr name="Freeform 90" id="90"/>
            <p:cNvSpPr/>
            <p:nvPr/>
          </p:nvSpPr>
          <p:spPr>
            <a:xfrm flipH="false" flipV="false" rot="0">
              <a:off x="50800" y="48859"/>
              <a:ext cx="1472727" cy="268747"/>
            </a:xfrm>
            <a:custGeom>
              <a:avLst/>
              <a:gdLst/>
              <a:ahLst/>
              <a:cxnLst/>
              <a:rect r="r" b="b" t="t" l="l"/>
              <a:pathLst>
                <a:path h="268747" w="1472727">
                  <a:moveTo>
                    <a:pt x="63500" y="34961"/>
                  </a:moveTo>
                  <a:cubicBezTo>
                    <a:pt x="316230" y="3211"/>
                    <a:pt x="511810" y="5751"/>
                    <a:pt x="652780" y="4481"/>
                  </a:cubicBezTo>
                  <a:cubicBezTo>
                    <a:pt x="779780" y="3211"/>
                    <a:pt x="911860" y="-3139"/>
                    <a:pt x="1016000" y="1941"/>
                  </a:cubicBezTo>
                  <a:cubicBezTo>
                    <a:pt x="1096010" y="7021"/>
                    <a:pt x="1172210" y="15911"/>
                    <a:pt x="1226820" y="26071"/>
                  </a:cubicBezTo>
                  <a:cubicBezTo>
                    <a:pt x="1263650" y="31151"/>
                    <a:pt x="1286510" y="36231"/>
                    <a:pt x="1315720" y="46391"/>
                  </a:cubicBezTo>
                  <a:cubicBezTo>
                    <a:pt x="1346200" y="56551"/>
                    <a:pt x="1380490" y="73061"/>
                    <a:pt x="1407160" y="89571"/>
                  </a:cubicBezTo>
                  <a:cubicBezTo>
                    <a:pt x="1430020" y="103541"/>
                    <a:pt x="1454150" y="117511"/>
                    <a:pt x="1464310" y="137831"/>
                  </a:cubicBezTo>
                  <a:cubicBezTo>
                    <a:pt x="1474470" y="155611"/>
                    <a:pt x="1474470" y="181011"/>
                    <a:pt x="1469390" y="200061"/>
                  </a:cubicBezTo>
                  <a:cubicBezTo>
                    <a:pt x="1464310" y="219111"/>
                    <a:pt x="1447800" y="240701"/>
                    <a:pt x="1431290" y="250861"/>
                  </a:cubicBezTo>
                  <a:cubicBezTo>
                    <a:pt x="1414780" y="261021"/>
                    <a:pt x="1388110" y="264831"/>
                    <a:pt x="1370330" y="263561"/>
                  </a:cubicBezTo>
                  <a:cubicBezTo>
                    <a:pt x="1355090" y="261021"/>
                    <a:pt x="1342390" y="254671"/>
                    <a:pt x="1330960" y="245781"/>
                  </a:cubicBezTo>
                  <a:cubicBezTo>
                    <a:pt x="1319530" y="238161"/>
                    <a:pt x="1301750" y="216571"/>
                    <a:pt x="1304290" y="212761"/>
                  </a:cubicBezTo>
                  <a:cubicBezTo>
                    <a:pt x="1308100" y="207681"/>
                    <a:pt x="1414780" y="250861"/>
                    <a:pt x="1413510" y="259751"/>
                  </a:cubicBezTo>
                  <a:cubicBezTo>
                    <a:pt x="1412240" y="267371"/>
                    <a:pt x="1362710" y="268641"/>
                    <a:pt x="1322070" y="268641"/>
                  </a:cubicBezTo>
                  <a:cubicBezTo>
                    <a:pt x="1242060" y="269911"/>
                    <a:pt x="1016000" y="259751"/>
                    <a:pt x="962660" y="236891"/>
                  </a:cubicBezTo>
                  <a:cubicBezTo>
                    <a:pt x="943610" y="228001"/>
                    <a:pt x="938530" y="220381"/>
                    <a:pt x="930910" y="207681"/>
                  </a:cubicBezTo>
                  <a:cubicBezTo>
                    <a:pt x="920750" y="192441"/>
                    <a:pt x="913130" y="165771"/>
                    <a:pt x="915670" y="146721"/>
                  </a:cubicBezTo>
                  <a:cubicBezTo>
                    <a:pt x="918210" y="126401"/>
                    <a:pt x="930910" y="103541"/>
                    <a:pt x="944880" y="90841"/>
                  </a:cubicBezTo>
                  <a:cubicBezTo>
                    <a:pt x="960120" y="78141"/>
                    <a:pt x="1004570" y="66711"/>
                    <a:pt x="1004570" y="67981"/>
                  </a:cubicBezTo>
                  <a:cubicBezTo>
                    <a:pt x="1004570" y="69251"/>
                    <a:pt x="953770" y="99731"/>
                    <a:pt x="952500" y="97191"/>
                  </a:cubicBezTo>
                  <a:cubicBezTo>
                    <a:pt x="949960" y="94651"/>
                    <a:pt x="975360" y="64171"/>
                    <a:pt x="991870" y="55281"/>
                  </a:cubicBezTo>
                  <a:cubicBezTo>
                    <a:pt x="1007110" y="47661"/>
                    <a:pt x="1029970" y="43851"/>
                    <a:pt x="1047750" y="46391"/>
                  </a:cubicBezTo>
                  <a:cubicBezTo>
                    <a:pt x="1065530" y="50201"/>
                    <a:pt x="1085850" y="59091"/>
                    <a:pt x="1098550" y="74331"/>
                  </a:cubicBezTo>
                  <a:cubicBezTo>
                    <a:pt x="1112520" y="92111"/>
                    <a:pt x="1122680" y="131481"/>
                    <a:pt x="1120140" y="154341"/>
                  </a:cubicBezTo>
                  <a:cubicBezTo>
                    <a:pt x="1117600" y="173391"/>
                    <a:pt x="1103630" y="192441"/>
                    <a:pt x="1089660" y="203871"/>
                  </a:cubicBezTo>
                  <a:cubicBezTo>
                    <a:pt x="1076960" y="215301"/>
                    <a:pt x="1056640" y="225461"/>
                    <a:pt x="1037590" y="224191"/>
                  </a:cubicBezTo>
                  <a:cubicBezTo>
                    <a:pt x="1013460" y="222921"/>
                    <a:pt x="976630" y="207681"/>
                    <a:pt x="961390" y="188631"/>
                  </a:cubicBezTo>
                  <a:cubicBezTo>
                    <a:pt x="946150" y="168311"/>
                    <a:pt x="942340" y="127671"/>
                    <a:pt x="948690" y="106081"/>
                  </a:cubicBezTo>
                  <a:cubicBezTo>
                    <a:pt x="953770" y="87031"/>
                    <a:pt x="967740" y="70521"/>
                    <a:pt x="982980" y="60361"/>
                  </a:cubicBezTo>
                  <a:cubicBezTo>
                    <a:pt x="998220" y="50201"/>
                    <a:pt x="1019810" y="42581"/>
                    <a:pt x="1038860" y="46391"/>
                  </a:cubicBezTo>
                  <a:cubicBezTo>
                    <a:pt x="1061720" y="48931"/>
                    <a:pt x="1097280" y="67981"/>
                    <a:pt x="1109980" y="89571"/>
                  </a:cubicBezTo>
                  <a:cubicBezTo>
                    <a:pt x="1122680" y="111161"/>
                    <a:pt x="1125220" y="149261"/>
                    <a:pt x="1113790" y="173391"/>
                  </a:cubicBezTo>
                  <a:cubicBezTo>
                    <a:pt x="1098550" y="203871"/>
                    <a:pt x="1032510" y="241971"/>
                    <a:pt x="1003300" y="247051"/>
                  </a:cubicBezTo>
                  <a:cubicBezTo>
                    <a:pt x="988060" y="249591"/>
                    <a:pt x="974090" y="243241"/>
                    <a:pt x="962660" y="236891"/>
                  </a:cubicBezTo>
                  <a:cubicBezTo>
                    <a:pt x="949960" y="230541"/>
                    <a:pt x="938530" y="219111"/>
                    <a:pt x="930910" y="207681"/>
                  </a:cubicBezTo>
                  <a:cubicBezTo>
                    <a:pt x="923290" y="196251"/>
                    <a:pt x="916940" y="182281"/>
                    <a:pt x="915670" y="168311"/>
                  </a:cubicBezTo>
                  <a:cubicBezTo>
                    <a:pt x="914400" y="154341"/>
                    <a:pt x="915670" y="139101"/>
                    <a:pt x="920750" y="125131"/>
                  </a:cubicBezTo>
                  <a:cubicBezTo>
                    <a:pt x="925830" y="112431"/>
                    <a:pt x="934720" y="99731"/>
                    <a:pt x="944880" y="90841"/>
                  </a:cubicBezTo>
                  <a:cubicBezTo>
                    <a:pt x="955040" y="81951"/>
                    <a:pt x="962660" y="75601"/>
                    <a:pt x="982980" y="70521"/>
                  </a:cubicBezTo>
                  <a:cubicBezTo>
                    <a:pt x="1041400" y="59091"/>
                    <a:pt x="1256030" y="79411"/>
                    <a:pt x="1343660" y="97191"/>
                  </a:cubicBezTo>
                  <a:cubicBezTo>
                    <a:pt x="1395730" y="107351"/>
                    <a:pt x="1449070" y="122591"/>
                    <a:pt x="1464310" y="137831"/>
                  </a:cubicBezTo>
                  <a:cubicBezTo>
                    <a:pt x="1470660" y="144181"/>
                    <a:pt x="1470660" y="149261"/>
                    <a:pt x="1471930" y="158151"/>
                  </a:cubicBezTo>
                  <a:cubicBezTo>
                    <a:pt x="1471930" y="173391"/>
                    <a:pt x="1469390" y="203871"/>
                    <a:pt x="1460500" y="220381"/>
                  </a:cubicBezTo>
                  <a:cubicBezTo>
                    <a:pt x="1454150" y="233081"/>
                    <a:pt x="1442720" y="243241"/>
                    <a:pt x="1431290" y="250861"/>
                  </a:cubicBezTo>
                  <a:cubicBezTo>
                    <a:pt x="1419860" y="257211"/>
                    <a:pt x="1404620" y="262291"/>
                    <a:pt x="1391920" y="263561"/>
                  </a:cubicBezTo>
                  <a:cubicBezTo>
                    <a:pt x="1377950" y="264831"/>
                    <a:pt x="1362710" y="263561"/>
                    <a:pt x="1350010" y="257211"/>
                  </a:cubicBezTo>
                  <a:cubicBezTo>
                    <a:pt x="1333500" y="248321"/>
                    <a:pt x="1322070" y="220381"/>
                    <a:pt x="1304290" y="212761"/>
                  </a:cubicBezTo>
                  <a:cubicBezTo>
                    <a:pt x="1286510" y="206411"/>
                    <a:pt x="1270000" y="217841"/>
                    <a:pt x="1244600" y="216571"/>
                  </a:cubicBezTo>
                  <a:cubicBezTo>
                    <a:pt x="1200150" y="212761"/>
                    <a:pt x="1145540" y="186091"/>
                    <a:pt x="1061720" y="177201"/>
                  </a:cubicBezTo>
                  <a:cubicBezTo>
                    <a:pt x="886460" y="158151"/>
                    <a:pt x="420370" y="163231"/>
                    <a:pt x="243840" y="169581"/>
                  </a:cubicBezTo>
                  <a:cubicBezTo>
                    <a:pt x="160020" y="173391"/>
                    <a:pt x="96520" y="198791"/>
                    <a:pt x="57150" y="187361"/>
                  </a:cubicBezTo>
                  <a:cubicBezTo>
                    <a:pt x="35560" y="181011"/>
                    <a:pt x="21590" y="167041"/>
                    <a:pt x="12700" y="154341"/>
                  </a:cubicBezTo>
                  <a:cubicBezTo>
                    <a:pt x="5080" y="142911"/>
                    <a:pt x="1270" y="131481"/>
                    <a:pt x="0" y="118781"/>
                  </a:cubicBezTo>
                  <a:cubicBezTo>
                    <a:pt x="0" y="102271"/>
                    <a:pt x="6350" y="78141"/>
                    <a:pt x="16510" y="65441"/>
                  </a:cubicBezTo>
                  <a:cubicBezTo>
                    <a:pt x="26670" y="51471"/>
                    <a:pt x="63500" y="34961"/>
                    <a:pt x="63500" y="34961"/>
                  </a:cubicBezTo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91" id="91"/>
          <p:cNvGrpSpPr/>
          <p:nvPr/>
        </p:nvGrpSpPr>
        <p:grpSpPr>
          <a:xfrm rot="0">
            <a:off x="14726602" y="3873817"/>
            <a:ext cx="184785" cy="189548"/>
            <a:chOff x="0" y="0"/>
            <a:chExt cx="246380" cy="252730"/>
          </a:xfrm>
        </p:grpSpPr>
        <p:sp>
          <p:nvSpPr>
            <p:cNvPr name="Freeform 92" id="92"/>
            <p:cNvSpPr/>
            <p:nvPr/>
          </p:nvSpPr>
          <p:spPr>
            <a:xfrm flipH="false" flipV="false" rot="0">
              <a:off x="47065" y="50746"/>
              <a:ext cx="145975" cy="151613"/>
            </a:xfrm>
            <a:custGeom>
              <a:avLst/>
              <a:gdLst/>
              <a:ahLst/>
              <a:cxnLst/>
              <a:rect r="r" b="b" t="t" l="l"/>
              <a:pathLst>
                <a:path h="151613" w="145975">
                  <a:moveTo>
                    <a:pt x="145975" y="52124"/>
                  </a:moveTo>
                  <a:cubicBezTo>
                    <a:pt x="143435" y="105464"/>
                    <a:pt x="120575" y="134674"/>
                    <a:pt x="105335" y="143564"/>
                  </a:cubicBezTo>
                  <a:cubicBezTo>
                    <a:pt x="93905" y="151184"/>
                    <a:pt x="82475" y="152454"/>
                    <a:pt x="68505" y="151184"/>
                  </a:cubicBezTo>
                  <a:cubicBezTo>
                    <a:pt x="50725" y="147374"/>
                    <a:pt x="18975" y="132134"/>
                    <a:pt x="8815" y="114354"/>
                  </a:cubicBezTo>
                  <a:cubicBezTo>
                    <a:pt x="-2615" y="96574"/>
                    <a:pt x="-1345" y="61014"/>
                    <a:pt x="3735" y="43234"/>
                  </a:cubicBezTo>
                  <a:cubicBezTo>
                    <a:pt x="7545" y="30534"/>
                    <a:pt x="17705" y="21644"/>
                    <a:pt x="26595" y="14024"/>
                  </a:cubicBezTo>
                  <a:cubicBezTo>
                    <a:pt x="35485" y="7674"/>
                    <a:pt x="46915" y="54"/>
                    <a:pt x="59615" y="54"/>
                  </a:cubicBezTo>
                  <a:cubicBezTo>
                    <a:pt x="78665" y="-1216"/>
                    <a:pt x="126925" y="20374"/>
                    <a:pt x="126925" y="20374"/>
                  </a:cubicBezTo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93" id="93"/>
          <p:cNvGrpSpPr/>
          <p:nvPr/>
        </p:nvGrpSpPr>
        <p:grpSpPr>
          <a:xfrm rot="0">
            <a:off x="14720888" y="3863340"/>
            <a:ext cx="1582102" cy="243840"/>
            <a:chOff x="0" y="0"/>
            <a:chExt cx="2109470" cy="325120"/>
          </a:xfrm>
        </p:grpSpPr>
        <p:sp>
          <p:nvSpPr>
            <p:cNvPr name="Freeform 94" id="94"/>
            <p:cNvSpPr/>
            <p:nvPr/>
          </p:nvSpPr>
          <p:spPr>
            <a:xfrm flipH="false" flipV="false" rot="0">
              <a:off x="50712" y="60960"/>
              <a:ext cx="2006919" cy="218196"/>
            </a:xfrm>
            <a:custGeom>
              <a:avLst/>
              <a:gdLst/>
              <a:ahLst/>
              <a:cxnLst/>
              <a:rect r="r" b="b" t="t" l="l"/>
              <a:pathLst>
                <a:path h="218196" w="2006919">
                  <a:moveTo>
                    <a:pt x="77558" y="0"/>
                  </a:moveTo>
                  <a:cubicBezTo>
                    <a:pt x="1643468" y="0"/>
                    <a:pt x="1717128" y="27940"/>
                    <a:pt x="1790788" y="34290"/>
                  </a:cubicBezTo>
                  <a:cubicBezTo>
                    <a:pt x="1841588" y="38100"/>
                    <a:pt x="1884768" y="29210"/>
                    <a:pt x="1917788" y="34290"/>
                  </a:cubicBezTo>
                  <a:cubicBezTo>
                    <a:pt x="1939378" y="38100"/>
                    <a:pt x="1957158" y="40640"/>
                    <a:pt x="1972398" y="53340"/>
                  </a:cubicBezTo>
                  <a:cubicBezTo>
                    <a:pt x="1988908" y="68580"/>
                    <a:pt x="2007958" y="104140"/>
                    <a:pt x="2006688" y="128270"/>
                  </a:cubicBezTo>
                  <a:cubicBezTo>
                    <a:pt x="2005418" y="153670"/>
                    <a:pt x="1982558" y="186690"/>
                    <a:pt x="1963508" y="200660"/>
                  </a:cubicBezTo>
                  <a:cubicBezTo>
                    <a:pt x="1948268" y="210820"/>
                    <a:pt x="1925408" y="214630"/>
                    <a:pt x="1907628" y="212090"/>
                  </a:cubicBezTo>
                  <a:cubicBezTo>
                    <a:pt x="1889848" y="210820"/>
                    <a:pt x="1869528" y="203200"/>
                    <a:pt x="1856828" y="187960"/>
                  </a:cubicBezTo>
                  <a:cubicBezTo>
                    <a:pt x="1840318" y="171450"/>
                    <a:pt x="1827618" y="132080"/>
                    <a:pt x="1830158" y="109220"/>
                  </a:cubicBezTo>
                  <a:cubicBezTo>
                    <a:pt x="1831428" y="90170"/>
                    <a:pt x="1841588" y="71120"/>
                    <a:pt x="1856828" y="58420"/>
                  </a:cubicBezTo>
                  <a:cubicBezTo>
                    <a:pt x="1874608" y="44450"/>
                    <a:pt x="1913978" y="33020"/>
                    <a:pt x="1936838" y="36830"/>
                  </a:cubicBezTo>
                  <a:cubicBezTo>
                    <a:pt x="1955888" y="39370"/>
                    <a:pt x="1973668" y="52070"/>
                    <a:pt x="1986368" y="66040"/>
                  </a:cubicBezTo>
                  <a:cubicBezTo>
                    <a:pt x="1997798" y="80010"/>
                    <a:pt x="2005418" y="101600"/>
                    <a:pt x="2006688" y="119380"/>
                  </a:cubicBezTo>
                  <a:cubicBezTo>
                    <a:pt x="2007958" y="137160"/>
                    <a:pt x="2004148" y="158750"/>
                    <a:pt x="1991448" y="173990"/>
                  </a:cubicBezTo>
                  <a:cubicBezTo>
                    <a:pt x="1977478" y="191770"/>
                    <a:pt x="1949538" y="205740"/>
                    <a:pt x="1917788" y="213360"/>
                  </a:cubicBezTo>
                  <a:cubicBezTo>
                    <a:pt x="1869528" y="224790"/>
                    <a:pt x="1786978" y="213360"/>
                    <a:pt x="1720938" y="205740"/>
                  </a:cubicBezTo>
                  <a:cubicBezTo>
                    <a:pt x="1652358" y="198120"/>
                    <a:pt x="1615528" y="176530"/>
                    <a:pt x="1515198" y="167640"/>
                  </a:cubicBezTo>
                  <a:cubicBezTo>
                    <a:pt x="1252308" y="140970"/>
                    <a:pt x="229958" y="185420"/>
                    <a:pt x="77558" y="157480"/>
                  </a:cubicBezTo>
                  <a:cubicBezTo>
                    <a:pt x="47078" y="151130"/>
                    <a:pt x="38188" y="148590"/>
                    <a:pt x="25488" y="137160"/>
                  </a:cubicBezTo>
                  <a:cubicBezTo>
                    <a:pt x="12788" y="125730"/>
                    <a:pt x="1358" y="105410"/>
                    <a:pt x="88" y="87630"/>
                  </a:cubicBezTo>
                  <a:cubicBezTo>
                    <a:pt x="-1182" y="67310"/>
                    <a:pt x="11518" y="34290"/>
                    <a:pt x="25488" y="19050"/>
                  </a:cubicBezTo>
                  <a:cubicBezTo>
                    <a:pt x="38188" y="6350"/>
                    <a:pt x="77558" y="0"/>
                    <a:pt x="77558" y="0"/>
                  </a:cubicBezTo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95" id="95"/>
          <p:cNvGrpSpPr/>
          <p:nvPr/>
        </p:nvGrpSpPr>
        <p:grpSpPr>
          <a:xfrm rot="0">
            <a:off x="14993302" y="3398520"/>
            <a:ext cx="241935" cy="236220"/>
            <a:chOff x="0" y="0"/>
            <a:chExt cx="322580" cy="314960"/>
          </a:xfrm>
        </p:grpSpPr>
        <p:sp>
          <p:nvSpPr>
            <p:cNvPr name="Freeform 96" id="96"/>
            <p:cNvSpPr/>
            <p:nvPr/>
          </p:nvSpPr>
          <p:spPr>
            <a:xfrm flipH="false" flipV="false" rot="0">
              <a:off x="48824" y="50800"/>
              <a:ext cx="223585" cy="217535"/>
            </a:xfrm>
            <a:custGeom>
              <a:avLst/>
              <a:gdLst/>
              <a:ahLst/>
              <a:cxnLst/>
              <a:rect r="r" b="b" t="t" l="l"/>
              <a:pathLst>
                <a:path h="217535" w="223585">
                  <a:moveTo>
                    <a:pt x="73096" y="158750"/>
                  </a:moveTo>
                  <a:cubicBezTo>
                    <a:pt x="69286" y="102870"/>
                    <a:pt x="126436" y="144780"/>
                    <a:pt x="139136" y="140970"/>
                  </a:cubicBezTo>
                  <a:cubicBezTo>
                    <a:pt x="145486" y="139700"/>
                    <a:pt x="150566" y="130810"/>
                    <a:pt x="150566" y="130810"/>
                  </a:cubicBezTo>
                  <a:cubicBezTo>
                    <a:pt x="149296" y="129540"/>
                    <a:pt x="109926" y="168910"/>
                    <a:pt x="89606" y="172720"/>
                  </a:cubicBezTo>
                  <a:cubicBezTo>
                    <a:pt x="73096" y="176530"/>
                    <a:pt x="54046" y="171450"/>
                    <a:pt x="40076" y="163830"/>
                  </a:cubicBezTo>
                  <a:cubicBezTo>
                    <a:pt x="26106" y="154940"/>
                    <a:pt x="13406" y="139700"/>
                    <a:pt x="7056" y="125730"/>
                  </a:cubicBezTo>
                  <a:cubicBezTo>
                    <a:pt x="706" y="110490"/>
                    <a:pt x="-1834" y="91440"/>
                    <a:pt x="3246" y="74930"/>
                  </a:cubicBezTo>
                  <a:cubicBezTo>
                    <a:pt x="9596" y="55880"/>
                    <a:pt x="32456" y="27940"/>
                    <a:pt x="52776" y="20320"/>
                  </a:cubicBezTo>
                  <a:cubicBezTo>
                    <a:pt x="74366" y="12700"/>
                    <a:pt x="108656" y="17780"/>
                    <a:pt x="126436" y="31750"/>
                  </a:cubicBezTo>
                  <a:cubicBezTo>
                    <a:pt x="144216" y="44450"/>
                    <a:pt x="159456" y="76200"/>
                    <a:pt x="158186" y="97790"/>
                  </a:cubicBezTo>
                  <a:cubicBezTo>
                    <a:pt x="158186" y="119380"/>
                    <a:pt x="140406" y="149860"/>
                    <a:pt x="121356" y="161290"/>
                  </a:cubicBezTo>
                  <a:cubicBezTo>
                    <a:pt x="103576" y="173990"/>
                    <a:pt x="68016" y="176530"/>
                    <a:pt x="47696" y="167640"/>
                  </a:cubicBezTo>
                  <a:cubicBezTo>
                    <a:pt x="27376" y="158750"/>
                    <a:pt x="7056" y="128270"/>
                    <a:pt x="1976" y="109220"/>
                  </a:cubicBezTo>
                  <a:cubicBezTo>
                    <a:pt x="-1834" y="92710"/>
                    <a:pt x="-564" y="73660"/>
                    <a:pt x="9596" y="59690"/>
                  </a:cubicBezTo>
                  <a:cubicBezTo>
                    <a:pt x="24836" y="35560"/>
                    <a:pt x="75636" y="0"/>
                    <a:pt x="108656" y="0"/>
                  </a:cubicBezTo>
                  <a:cubicBezTo>
                    <a:pt x="141676" y="1270"/>
                    <a:pt x="191206" y="40640"/>
                    <a:pt x="208986" y="66040"/>
                  </a:cubicBezTo>
                  <a:cubicBezTo>
                    <a:pt x="221686" y="83820"/>
                    <a:pt x="221686" y="102870"/>
                    <a:pt x="222956" y="121920"/>
                  </a:cubicBezTo>
                  <a:cubicBezTo>
                    <a:pt x="224226" y="139700"/>
                    <a:pt x="224226" y="161290"/>
                    <a:pt x="216606" y="176530"/>
                  </a:cubicBezTo>
                  <a:cubicBezTo>
                    <a:pt x="208986" y="191770"/>
                    <a:pt x="191206" y="207010"/>
                    <a:pt x="175966" y="212090"/>
                  </a:cubicBezTo>
                  <a:cubicBezTo>
                    <a:pt x="159456" y="218440"/>
                    <a:pt x="136596" y="219710"/>
                    <a:pt x="120086" y="213360"/>
                  </a:cubicBezTo>
                  <a:cubicBezTo>
                    <a:pt x="102306" y="204470"/>
                    <a:pt x="73096" y="158750"/>
                    <a:pt x="73096" y="158750"/>
                  </a:cubicBezTo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97" id="97"/>
          <p:cNvGrpSpPr/>
          <p:nvPr/>
        </p:nvGrpSpPr>
        <p:grpSpPr>
          <a:xfrm rot="0">
            <a:off x="14712315" y="2518410"/>
            <a:ext cx="1998345" cy="1624965"/>
            <a:chOff x="0" y="0"/>
            <a:chExt cx="2664460" cy="2166620"/>
          </a:xfrm>
        </p:grpSpPr>
        <p:sp>
          <p:nvSpPr>
            <p:cNvPr name="Freeform 98" id="98"/>
            <p:cNvSpPr/>
            <p:nvPr/>
          </p:nvSpPr>
          <p:spPr>
            <a:xfrm flipH="false" flipV="false" rot="0">
              <a:off x="50800" y="49390"/>
              <a:ext cx="2563599" cy="2065160"/>
            </a:xfrm>
            <a:custGeom>
              <a:avLst/>
              <a:gdLst/>
              <a:ahLst/>
              <a:cxnLst/>
              <a:rect r="r" b="b" t="t" l="l"/>
              <a:pathLst>
                <a:path h="2065160" w="2563599">
                  <a:moveTo>
                    <a:pt x="0" y="1412380"/>
                  </a:moveTo>
                  <a:cubicBezTo>
                    <a:pt x="6350" y="1289190"/>
                    <a:pt x="33020" y="1237120"/>
                    <a:pt x="33020" y="1235850"/>
                  </a:cubicBezTo>
                  <a:cubicBezTo>
                    <a:pt x="33020" y="1235850"/>
                    <a:pt x="34290" y="1229500"/>
                    <a:pt x="34290" y="1225690"/>
                  </a:cubicBezTo>
                  <a:cubicBezTo>
                    <a:pt x="34290" y="1221880"/>
                    <a:pt x="35560" y="1215530"/>
                    <a:pt x="35560" y="1214260"/>
                  </a:cubicBezTo>
                  <a:cubicBezTo>
                    <a:pt x="35560" y="1214260"/>
                    <a:pt x="36830" y="1207910"/>
                    <a:pt x="38100" y="1204100"/>
                  </a:cubicBezTo>
                  <a:cubicBezTo>
                    <a:pt x="39370" y="1201560"/>
                    <a:pt x="41910" y="1195210"/>
                    <a:pt x="41910" y="1195210"/>
                  </a:cubicBezTo>
                  <a:cubicBezTo>
                    <a:pt x="41910" y="1193940"/>
                    <a:pt x="45720" y="1188860"/>
                    <a:pt x="46990" y="1185050"/>
                  </a:cubicBezTo>
                  <a:cubicBezTo>
                    <a:pt x="49530" y="1182510"/>
                    <a:pt x="52070" y="1176160"/>
                    <a:pt x="52070" y="1176160"/>
                  </a:cubicBezTo>
                  <a:cubicBezTo>
                    <a:pt x="53340" y="1176160"/>
                    <a:pt x="58420" y="1169810"/>
                    <a:pt x="59690" y="1168540"/>
                  </a:cubicBezTo>
                  <a:cubicBezTo>
                    <a:pt x="60960" y="1168540"/>
                    <a:pt x="60960" y="1168540"/>
                    <a:pt x="60960" y="1168540"/>
                  </a:cubicBezTo>
                  <a:cubicBezTo>
                    <a:pt x="62230" y="1164730"/>
                    <a:pt x="54610" y="1132980"/>
                    <a:pt x="49530" y="1112660"/>
                  </a:cubicBezTo>
                  <a:cubicBezTo>
                    <a:pt x="43180" y="1085990"/>
                    <a:pt x="27940" y="1050430"/>
                    <a:pt x="26670" y="1025030"/>
                  </a:cubicBezTo>
                  <a:cubicBezTo>
                    <a:pt x="25400" y="1007250"/>
                    <a:pt x="33020" y="979310"/>
                    <a:pt x="33020" y="976770"/>
                  </a:cubicBezTo>
                  <a:cubicBezTo>
                    <a:pt x="33020" y="976770"/>
                    <a:pt x="31750" y="976770"/>
                    <a:pt x="31750" y="976770"/>
                  </a:cubicBezTo>
                  <a:cubicBezTo>
                    <a:pt x="31750" y="976770"/>
                    <a:pt x="29210" y="969150"/>
                    <a:pt x="27940" y="966610"/>
                  </a:cubicBezTo>
                  <a:cubicBezTo>
                    <a:pt x="26670" y="962800"/>
                    <a:pt x="24130" y="956450"/>
                    <a:pt x="24130" y="956450"/>
                  </a:cubicBezTo>
                  <a:cubicBezTo>
                    <a:pt x="24130" y="956450"/>
                    <a:pt x="24130" y="948830"/>
                    <a:pt x="22860" y="945020"/>
                  </a:cubicBezTo>
                  <a:cubicBezTo>
                    <a:pt x="22860" y="941210"/>
                    <a:pt x="22860" y="939940"/>
                    <a:pt x="21590" y="934860"/>
                  </a:cubicBezTo>
                  <a:cubicBezTo>
                    <a:pt x="21590" y="924700"/>
                    <a:pt x="21590" y="905650"/>
                    <a:pt x="22860" y="889140"/>
                  </a:cubicBezTo>
                  <a:cubicBezTo>
                    <a:pt x="22860" y="866280"/>
                    <a:pt x="19050" y="838340"/>
                    <a:pt x="24130" y="812940"/>
                  </a:cubicBezTo>
                  <a:cubicBezTo>
                    <a:pt x="31750" y="782460"/>
                    <a:pt x="67310" y="718960"/>
                    <a:pt x="67310" y="718960"/>
                  </a:cubicBezTo>
                  <a:cubicBezTo>
                    <a:pt x="67310" y="718960"/>
                    <a:pt x="68580" y="711340"/>
                    <a:pt x="69850" y="707530"/>
                  </a:cubicBezTo>
                  <a:cubicBezTo>
                    <a:pt x="69850" y="704990"/>
                    <a:pt x="69850" y="697370"/>
                    <a:pt x="71120" y="697370"/>
                  </a:cubicBezTo>
                  <a:cubicBezTo>
                    <a:pt x="71120" y="697370"/>
                    <a:pt x="73660" y="691020"/>
                    <a:pt x="74930" y="687210"/>
                  </a:cubicBezTo>
                  <a:cubicBezTo>
                    <a:pt x="76200" y="683400"/>
                    <a:pt x="77470" y="677050"/>
                    <a:pt x="78740" y="677050"/>
                  </a:cubicBezTo>
                  <a:cubicBezTo>
                    <a:pt x="78740" y="677050"/>
                    <a:pt x="82550" y="670700"/>
                    <a:pt x="83820" y="668160"/>
                  </a:cubicBezTo>
                  <a:cubicBezTo>
                    <a:pt x="86360" y="665620"/>
                    <a:pt x="88900" y="664350"/>
                    <a:pt x="90170" y="660540"/>
                  </a:cubicBezTo>
                  <a:cubicBezTo>
                    <a:pt x="93980" y="647840"/>
                    <a:pt x="88900" y="611010"/>
                    <a:pt x="90170" y="584340"/>
                  </a:cubicBezTo>
                  <a:cubicBezTo>
                    <a:pt x="92710" y="553860"/>
                    <a:pt x="97790" y="518300"/>
                    <a:pt x="105410" y="485280"/>
                  </a:cubicBezTo>
                  <a:cubicBezTo>
                    <a:pt x="113030" y="452260"/>
                    <a:pt x="130810" y="417970"/>
                    <a:pt x="135890" y="386220"/>
                  </a:cubicBezTo>
                  <a:cubicBezTo>
                    <a:pt x="139700" y="358280"/>
                    <a:pt x="132080" y="331610"/>
                    <a:pt x="137160" y="303670"/>
                  </a:cubicBezTo>
                  <a:cubicBezTo>
                    <a:pt x="143510" y="273190"/>
                    <a:pt x="167640" y="209690"/>
                    <a:pt x="171450" y="209690"/>
                  </a:cubicBezTo>
                  <a:cubicBezTo>
                    <a:pt x="172720" y="209690"/>
                    <a:pt x="171450" y="222390"/>
                    <a:pt x="171450" y="222390"/>
                  </a:cubicBezTo>
                  <a:cubicBezTo>
                    <a:pt x="172720" y="222390"/>
                    <a:pt x="172720" y="216040"/>
                    <a:pt x="173990" y="212230"/>
                  </a:cubicBezTo>
                  <a:cubicBezTo>
                    <a:pt x="175260" y="208420"/>
                    <a:pt x="176530" y="202070"/>
                    <a:pt x="176530" y="202070"/>
                  </a:cubicBezTo>
                  <a:cubicBezTo>
                    <a:pt x="176530" y="202070"/>
                    <a:pt x="179070" y="195720"/>
                    <a:pt x="181610" y="191910"/>
                  </a:cubicBezTo>
                  <a:cubicBezTo>
                    <a:pt x="182880" y="189370"/>
                    <a:pt x="185420" y="183020"/>
                    <a:pt x="186690" y="183020"/>
                  </a:cubicBezTo>
                  <a:cubicBezTo>
                    <a:pt x="186690" y="183020"/>
                    <a:pt x="190500" y="176670"/>
                    <a:pt x="193040" y="174130"/>
                  </a:cubicBezTo>
                  <a:cubicBezTo>
                    <a:pt x="195580" y="171590"/>
                    <a:pt x="199390" y="166510"/>
                    <a:pt x="200660" y="166510"/>
                  </a:cubicBezTo>
                  <a:cubicBezTo>
                    <a:pt x="200660" y="166510"/>
                    <a:pt x="205740" y="161430"/>
                    <a:pt x="208280" y="160160"/>
                  </a:cubicBezTo>
                  <a:cubicBezTo>
                    <a:pt x="212090" y="157620"/>
                    <a:pt x="217170" y="153810"/>
                    <a:pt x="217170" y="153810"/>
                  </a:cubicBezTo>
                  <a:cubicBezTo>
                    <a:pt x="217170" y="153810"/>
                    <a:pt x="224790" y="151270"/>
                    <a:pt x="227330" y="150000"/>
                  </a:cubicBezTo>
                  <a:cubicBezTo>
                    <a:pt x="231140" y="148730"/>
                    <a:pt x="237490" y="146190"/>
                    <a:pt x="237490" y="146190"/>
                  </a:cubicBezTo>
                  <a:cubicBezTo>
                    <a:pt x="237490" y="146190"/>
                    <a:pt x="245110" y="144920"/>
                    <a:pt x="247650" y="144920"/>
                  </a:cubicBezTo>
                  <a:cubicBezTo>
                    <a:pt x="251460" y="143650"/>
                    <a:pt x="259080" y="142380"/>
                    <a:pt x="259080" y="142380"/>
                  </a:cubicBezTo>
                  <a:cubicBezTo>
                    <a:pt x="259080" y="142380"/>
                    <a:pt x="262890" y="144920"/>
                    <a:pt x="265430" y="143650"/>
                  </a:cubicBezTo>
                  <a:cubicBezTo>
                    <a:pt x="275590" y="138570"/>
                    <a:pt x="288290" y="83960"/>
                    <a:pt x="306070" y="62370"/>
                  </a:cubicBezTo>
                  <a:cubicBezTo>
                    <a:pt x="323850" y="40780"/>
                    <a:pt x="345440" y="24270"/>
                    <a:pt x="370840" y="14110"/>
                  </a:cubicBezTo>
                  <a:cubicBezTo>
                    <a:pt x="401320" y="1410"/>
                    <a:pt x="444500" y="-2400"/>
                    <a:pt x="478790" y="1410"/>
                  </a:cubicBezTo>
                  <a:cubicBezTo>
                    <a:pt x="510540" y="5220"/>
                    <a:pt x="543560" y="16650"/>
                    <a:pt x="568960" y="34430"/>
                  </a:cubicBezTo>
                  <a:cubicBezTo>
                    <a:pt x="595630" y="53480"/>
                    <a:pt x="624840" y="83960"/>
                    <a:pt x="632460" y="115710"/>
                  </a:cubicBezTo>
                  <a:cubicBezTo>
                    <a:pt x="641350" y="151270"/>
                    <a:pt x="618490" y="224930"/>
                    <a:pt x="607060" y="242710"/>
                  </a:cubicBezTo>
                  <a:cubicBezTo>
                    <a:pt x="603250" y="249060"/>
                    <a:pt x="594360" y="250330"/>
                    <a:pt x="593090" y="252870"/>
                  </a:cubicBezTo>
                  <a:cubicBezTo>
                    <a:pt x="591820" y="254140"/>
                    <a:pt x="591820" y="255410"/>
                    <a:pt x="593090" y="256680"/>
                  </a:cubicBezTo>
                  <a:cubicBezTo>
                    <a:pt x="593090" y="256680"/>
                    <a:pt x="594360" y="257950"/>
                    <a:pt x="595630" y="259220"/>
                  </a:cubicBezTo>
                  <a:cubicBezTo>
                    <a:pt x="596900" y="261760"/>
                    <a:pt x="601980" y="268110"/>
                    <a:pt x="601980" y="268110"/>
                  </a:cubicBezTo>
                  <a:cubicBezTo>
                    <a:pt x="601980" y="268110"/>
                    <a:pt x="605790" y="274460"/>
                    <a:pt x="607060" y="277000"/>
                  </a:cubicBezTo>
                  <a:cubicBezTo>
                    <a:pt x="608330" y="280810"/>
                    <a:pt x="610870" y="287160"/>
                    <a:pt x="610870" y="287160"/>
                  </a:cubicBezTo>
                  <a:cubicBezTo>
                    <a:pt x="610870" y="287160"/>
                    <a:pt x="613410" y="294780"/>
                    <a:pt x="613410" y="297320"/>
                  </a:cubicBezTo>
                  <a:cubicBezTo>
                    <a:pt x="614680" y="301130"/>
                    <a:pt x="615950" y="308750"/>
                    <a:pt x="615950" y="308750"/>
                  </a:cubicBezTo>
                  <a:cubicBezTo>
                    <a:pt x="615950" y="308750"/>
                    <a:pt x="614680" y="315100"/>
                    <a:pt x="614680" y="318910"/>
                  </a:cubicBezTo>
                  <a:cubicBezTo>
                    <a:pt x="614680" y="322720"/>
                    <a:pt x="614680" y="330340"/>
                    <a:pt x="614680" y="330340"/>
                  </a:cubicBezTo>
                  <a:cubicBezTo>
                    <a:pt x="614680" y="330340"/>
                    <a:pt x="612140" y="336690"/>
                    <a:pt x="612140" y="340500"/>
                  </a:cubicBezTo>
                  <a:cubicBezTo>
                    <a:pt x="610870" y="344310"/>
                    <a:pt x="608330" y="350660"/>
                    <a:pt x="608330" y="350660"/>
                  </a:cubicBezTo>
                  <a:cubicBezTo>
                    <a:pt x="608330" y="350660"/>
                    <a:pt x="605790" y="351930"/>
                    <a:pt x="607060" y="354470"/>
                  </a:cubicBezTo>
                  <a:cubicBezTo>
                    <a:pt x="607060" y="360820"/>
                    <a:pt x="631190" y="400190"/>
                    <a:pt x="643890" y="398920"/>
                  </a:cubicBezTo>
                  <a:cubicBezTo>
                    <a:pt x="659130" y="397650"/>
                    <a:pt x="664210" y="341770"/>
                    <a:pt x="687070" y="322720"/>
                  </a:cubicBezTo>
                  <a:cubicBezTo>
                    <a:pt x="715010" y="299860"/>
                    <a:pt x="770890" y="277000"/>
                    <a:pt x="806450" y="282080"/>
                  </a:cubicBezTo>
                  <a:cubicBezTo>
                    <a:pt x="840740" y="287160"/>
                    <a:pt x="878840" y="312560"/>
                    <a:pt x="899160" y="343040"/>
                  </a:cubicBezTo>
                  <a:cubicBezTo>
                    <a:pt x="920750" y="377330"/>
                    <a:pt x="919480" y="444640"/>
                    <a:pt x="922020" y="485280"/>
                  </a:cubicBezTo>
                  <a:cubicBezTo>
                    <a:pt x="924560" y="514490"/>
                    <a:pt x="914400" y="558940"/>
                    <a:pt x="919480" y="561480"/>
                  </a:cubicBezTo>
                  <a:cubicBezTo>
                    <a:pt x="920750" y="562750"/>
                    <a:pt x="920750" y="558940"/>
                    <a:pt x="923290" y="558940"/>
                  </a:cubicBezTo>
                  <a:cubicBezTo>
                    <a:pt x="932180" y="555130"/>
                    <a:pt x="977900" y="564020"/>
                    <a:pt x="984250" y="555130"/>
                  </a:cubicBezTo>
                  <a:cubicBezTo>
                    <a:pt x="989330" y="550050"/>
                    <a:pt x="977900" y="537350"/>
                    <a:pt x="977900" y="524650"/>
                  </a:cubicBezTo>
                  <a:cubicBezTo>
                    <a:pt x="975360" y="504330"/>
                    <a:pt x="971550" y="467500"/>
                    <a:pt x="982980" y="442100"/>
                  </a:cubicBezTo>
                  <a:cubicBezTo>
                    <a:pt x="994410" y="411620"/>
                    <a:pt x="1023620" y="370980"/>
                    <a:pt x="1055370" y="355740"/>
                  </a:cubicBezTo>
                  <a:cubicBezTo>
                    <a:pt x="1089660" y="340500"/>
                    <a:pt x="1169670" y="350660"/>
                    <a:pt x="1184910" y="354470"/>
                  </a:cubicBezTo>
                  <a:cubicBezTo>
                    <a:pt x="1188720" y="355740"/>
                    <a:pt x="1189990" y="359550"/>
                    <a:pt x="1191260" y="358280"/>
                  </a:cubicBezTo>
                  <a:cubicBezTo>
                    <a:pt x="1197610" y="355740"/>
                    <a:pt x="1181100" y="289700"/>
                    <a:pt x="1192530" y="259220"/>
                  </a:cubicBezTo>
                  <a:cubicBezTo>
                    <a:pt x="1205230" y="226200"/>
                    <a:pt x="1238250" y="186830"/>
                    <a:pt x="1270000" y="170320"/>
                  </a:cubicBezTo>
                  <a:cubicBezTo>
                    <a:pt x="1296670" y="155080"/>
                    <a:pt x="1342390" y="158890"/>
                    <a:pt x="1365250" y="158890"/>
                  </a:cubicBezTo>
                  <a:cubicBezTo>
                    <a:pt x="1377950" y="158890"/>
                    <a:pt x="1383030" y="165240"/>
                    <a:pt x="1393190" y="161430"/>
                  </a:cubicBezTo>
                  <a:cubicBezTo>
                    <a:pt x="1412240" y="156350"/>
                    <a:pt x="1435100" y="116980"/>
                    <a:pt x="1461770" y="104280"/>
                  </a:cubicBezTo>
                  <a:cubicBezTo>
                    <a:pt x="1490980" y="91580"/>
                    <a:pt x="1527810" y="92850"/>
                    <a:pt x="1559560" y="90310"/>
                  </a:cubicBezTo>
                  <a:cubicBezTo>
                    <a:pt x="1591310" y="87770"/>
                    <a:pt x="1621790" y="89040"/>
                    <a:pt x="1651000" y="90310"/>
                  </a:cubicBezTo>
                  <a:cubicBezTo>
                    <a:pt x="1680210" y="91580"/>
                    <a:pt x="1705610" y="86500"/>
                    <a:pt x="1733550" y="94120"/>
                  </a:cubicBezTo>
                  <a:cubicBezTo>
                    <a:pt x="1765300" y="103010"/>
                    <a:pt x="1812290" y="127140"/>
                    <a:pt x="1827530" y="146190"/>
                  </a:cubicBezTo>
                  <a:cubicBezTo>
                    <a:pt x="1836420" y="156350"/>
                    <a:pt x="1831340" y="176670"/>
                    <a:pt x="1838960" y="177940"/>
                  </a:cubicBezTo>
                  <a:cubicBezTo>
                    <a:pt x="1851660" y="181750"/>
                    <a:pt x="1882140" y="125870"/>
                    <a:pt x="1906270" y="119520"/>
                  </a:cubicBezTo>
                  <a:cubicBezTo>
                    <a:pt x="1926590" y="113170"/>
                    <a:pt x="1962150" y="130950"/>
                    <a:pt x="1968500" y="127140"/>
                  </a:cubicBezTo>
                  <a:cubicBezTo>
                    <a:pt x="1971040" y="125870"/>
                    <a:pt x="1972310" y="122060"/>
                    <a:pt x="1972310" y="122060"/>
                  </a:cubicBezTo>
                  <a:cubicBezTo>
                    <a:pt x="1972310" y="122060"/>
                    <a:pt x="1976120" y="115710"/>
                    <a:pt x="1978660" y="113170"/>
                  </a:cubicBezTo>
                  <a:cubicBezTo>
                    <a:pt x="1981200" y="110630"/>
                    <a:pt x="1985010" y="105550"/>
                    <a:pt x="1985010" y="104280"/>
                  </a:cubicBezTo>
                  <a:cubicBezTo>
                    <a:pt x="1985010" y="104280"/>
                    <a:pt x="1991360" y="100470"/>
                    <a:pt x="1993900" y="97930"/>
                  </a:cubicBezTo>
                  <a:cubicBezTo>
                    <a:pt x="1996440" y="96660"/>
                    <a:pt x="2001520" y="91580"/>
                    <a:pt x="2002790" y="91580"/>
                  </a:cubicBezTo>
                  <a:cubicBezTo>
                    <a:pt x="2002790" y="91580"/>
                    <a:pt x="2009140" y="89040"/>
                    <a:pt x="2011680" y="87770"/>
                  </a:cubicBezTo>
                  <a:cubicBezTo>
                    <a:pt x="2015490" y="86500"/>
                    <a:pt x="2021840" y="82690"/>
                    <a:pt x="2021840" y="82690"/>
                  </a:cubicBezTo>
                  <a:cubicBezTo>
                    <a:pt x="2021840" y="82690"/>
                    <a:pt x="2029460" y="81420"/>
                    <a:pt x="2032000" y="81420"/>
                  </a:cubicBezTo>
                  <a:cubicBezTo>
                    <a:pt x="2035810" y="80150"/>
                    <a:pt x="2043430" y="80150"/>
                    <a:pt x="2043430" y="80150"/>
                  </a:cubicBezTo>
                  <a:cubicBezTo>
                    <a:pt x="2043430" y="78880"/>
                    <a:pt x="2049780" y="80150"/>
                    <a:pt x="2053590" y="80150"/>
                  </a:cubicBezTo>
                  <a:cubicBezTo>
                    <a:pt x="2057400" y="80150"/>
                    <a:pt x="2065020" y="81420"/>
                    <a:pt x="2065020" y="81420"/>
                  </a:cubicBezTo>
                  <a:cubicBezTo>
                    <a:pt x="2065020" y="81420"/>
                    <a:pt x="2071370" y="82690"/>
                    <a:pt x="2075180" y="83960"/>
                  </a:cubicBezTo>
                  <a:cubicBezTo>
                    <a:pt x="2077720" y="85230"/>
                    <a:pt x="2085340" y="87770"/>
                    <a:pt x="2085340" y="87770"/>
                  </a:cubicBezTo>
                  <a:cubicBezTo>
                    <a:pt x="2085340" y="87770"/>
                    <a:pt x="2098040" y="108090"/>
                    <a:pt x="2103120" y="116980"/>
                  </a:cubicBezTo>
                  <a:cubicBezTo>
                    <a:pt x="2108200" y="123330"/>
                    <a:pt x="2113280" y="136030"/>
                    <a:pt x="2118360" y="136030"/>
                  </a:cubicBezTo>
                  <a:cubicBezTo>
                    <a:pt x="2124710" y="136030"/>
                    <a:pt x="2127250" y="116980"/>
                    <a:pt x="2137410" y="113170"/>
                  </a:cubicBezTo>
                  <a:cubicBezTo>
                    <a:pt x="2155190" y="106820"/>
                    <a:pt x="2204720" y="132220"/>
                    <a:pt x="2228850" y="130950"/>
                  </a:cubicBezTo>
                  <a:cubicBezTo>
                    <a:pt x="2242820" y="130950"/>
                    <a:pt x="2252980" y="118250"/>
                    <a:pt x="2264410" y="119520"/>
                  </a:cubicBezTo>
                  <a:cubicBezTo>
                    <a:pt x="2275840" y="122060"/>
                    <a:pt x="2288540" y="142380"/>
                    <a:pt x="2297430" y="143650"/>
                  </a:cubicBezTo>
                  <a:cubicBezTo>
                    <a:pt x="2303780" y="144920"/>
                    <a:pt x="2305050" y="138570"/>
                    <a:pt x="2312670" y="137300"/>
                  </a:cubicBezTo>
                  <a:cubicBezTo>
                    <a:pt x="2332990" y="134760"/>
                    <a:pt x="2390140" y="133490"/>
                    <a:pt x="2419350" y="150000"/>
                  </a:cubicBezTo>
                  <a:cubicBezTo>
                    <a:pt x="2449830" y="166510"/>
                    <a:pt x="2479040" y="204610"/>
                    <a:pt x="2490470" y="237630"/>
                  </a:cubicBezTo>
                  <a:cubicBezTo>
                    <a:pt x="2503170" y="268110"/>
                    <a:pt x="2494280" y="306210"/>
                    <a:pt x="2495550" y="339230"/>
                  </a:cubicBezTo>
                  <a:cubicBezTo>
                    <a:pt x="2496820" y="372250"/>
                    <a:pt x="2494280" y="410350"/>
                    <a:pt x="2495550" y="434480"/>
                  </a:cubicBezTo>
                  <a:cubicBezTo>
                    <a:pt x="2496820" y="449720"/>
                    <a:pt x="2495550" y="457340"/>
                    <a:pt x="2501900" y="471310"/>
                  </a:cubicBezTo>
                  <a:cubicBezTo>
                    <a:pt x="2510790" y="495440"/>
                    <a:pt x="2553970" y="527190"/>
                    <a:pt x="2561590" y="556400"/>
                  </a:cubicBezTo>
                  <a:cubicBezTo>
                    <a:pt x="2569210" y="583070"/>
                    <a:pt x="2552700" y="638950"/>
                    <a:pt x="2552700" y="638950"/>
                  </a:cubicBezTo>
                  <a:cubicBezTo>
                    <a:pt x="2552700" y="638950"/>
                    <a:pt x="2552700" y="646570"/>
                    <a:pt x="2552700" y="650380"/>
                  </a:cubicBezTo>
                  <a:cubicBezTo>
                    <a:pt x="2552700" y="654190"/>
                    <a:pt x="2552700" y="660540"/>
                    <a:pt x="2552700" y="660540"/>
                  </a:cubicBezTo>
                  <a:cubicBezTo>
                    <a:pt x="2552700" y="660540"/>
                    <a:pt x="2551430" y="668160"/>
                    <a:pt x="2550160" y="671970"/>
                  </a:cubicBezTo>
                  <a:cubicBezTo>
                    <a:pt x="2548890" y="674510"/>
                    <a:pt x="2547620" y="682130"/>
                    <a:pt x="2547620" y="682130"/>
                  </a:cubicBezTo>
                  <a:cubicBezTo>
                    <a:pt x="2547620" y="682130"/>
                    <a:pt x="2543810" y="688480"/>
                    <a:pt x="2542540" y="691020"/>
                  </a:cubicBezTo>
                  <a:cubicBezTo>
                    <a:pt x="2541270" y="694830"/>
                    <a:pt x="2537460" y="701180"/>
                    <a:pt x="2537460" y="701180"/>
                  </a:cubicBezTo>
                  <a:cubicBezTo>
                    <a:pt x="2537460" y="701180"/>
                    <a:pt x="2532380" y="706260"/>
                    <a:pt x="2529840" y="708800"/>
                  </a:cubicBezTo>
                  <a:cubicBezTo>
                    <a:pt x="2527300" y="711340"/>
                    <a:pt x="2523490" y="716420"/>
                    <a:pt x="2522220" y="716420"/>
                  </a:cubicBezTo>
                  <a:cubicBezTo>
                    <a:pt x="2522220" y="717690"/>
                    <a:pt x="2517140" y="721500"/>
                    <a:pt x="2513330" y="722770"/>
                  </a:cubicBezTo>
                  <a:cubicBezTo>
                    <a:pt x="2510790" y="725310"/>
                    <a:pt x="2504440" y="729120"/>
                    <a:pt x="2504440" y="729120"/>
                  </a:cubicBezTo>
                  <a:cubicBezTo>
                    <a:pt x="2504440" y="729120"/>
                    <a:pt x="2498090" y="731660"/>
                    <a:pt x="2494280" y="732930"/>
                  </a:cubicBezTo>
                  <a:cubicBezTo>
                    <a:pt x="2491740" y="734200"/>
                    <a:pt x="2484120" y="736740"/>
                    <a:pt x="2484120" y="736740"/>
                  </a:cubicBezTo>
                  <a:cubicBezTo>
                    <a:pt x="2484120" y="736740"/>
                    <a:pt x="2477770" y="738010"/>
                    <a:pt x="2473960" y="738010"/>
                  </a:cubicBezTo>
                  <a:cubicBezTo>
                    <a:pt x="2470150" y="738010"/>
                    <a:pt x="2463800" y="739280"/>
                    <a:pt x="2462530" y="739280"/>
                  </a:cubicBezTo>
                  <a:cubicBezTo>
                    <a:pt x="2462530" y="739280"/>
                    <a:pt x="2456180" y="738010"/>
                    <a:pt x="2452370" y="738010"/>
                  </a:cubicBezTo>
                  <a:cubicBezTo>
                    <a:pt x="2448560" y="736740"/>
                    <a:pt x="2442210" y="736740"/>
                    <a:pt x="2442210" y="736740"/>
                  </a:cubicBezTo>
                  <a:cubicBezTo>
                    <a:pt x="2440940" y="736740"/>
                    <a:pt x="2434590" y="732930"/>
                    <a:pt x="2432050" y="732930"/>
                  </a:cubicBezTo>
                  <a:cubicBezTo>
                    <a:pt x="2430780" y="731660"/>
                    <a:pt x="2429510" y="730390"/>
                    <a:pt x="2428240" y="731660"/>
                  </a:cubicBezTo>
                  <a:cubicBezTo>
                    <a:pt x="2426970" y="731660"/>
                    <a:pt x="2426970" y="736740"/>
                    <a:pt x="2423160" y="740550"/>
                  </a:cubicBezTo>
                  <a:cubicBezTo>
                    <a:pt x="2414270" y="751980"/>
                    <a:pt x="2378710" y="786270"/>
                    <a:pt x="2352040" y="797700"/>
                  </a:cubicBezTo>
                  <a:cubicBezTo>
                    <a:pt x="2324100" y="809130"/>
                    <a:pt x="2282190" y="815480"/>
                    <a:pt x="2260600" y="809130"/>
                  </a:cubicBezTo>
                  <a:cubicBezTo>
                    <a:pt x="2245360" y="804050"/>
                    <a:pt x="2231390" y="778650"/>
                    <a:pt x="2225040" y="779920"/>
                  </a:cubicBezTo>
                  <a:cubicBezTo>
                    <a:pt x="2223770" y="779920"/>
                    <a:pt x="2223770" y="783730"/>
                    <a:pt x="2222500" y="786270"/>
                  </a:cubicBezTo>
                  <a:cubicBezTo>
                    <a:pt x="2219960" y="788810"/>
                    <a:pt x="2216150" y="795160"/>
                    <a:pt x="2216150" y="795160"/>
                  </a:cubicBezTo>
                  <a:cubicBezTo>
                    <a:pt x="2216150" y="795160"/>
                    <a:pt x="2211070" y="800240"/>
                    <a:pt x="2208530" y="802780"/>
                  </a:cubicBezTo>
                  <a:cubicBezTo>
                    <a:pt x="2205990" y="805320"/>
                    <a:pt x="2202180" y="810400"/>
                    <a:pt x="2202180" y="810400"/>
                  </a:cubicBezTo>
                  <a:cubicBezTo>
                    <a:pt x="2200910" y="810400"/>
                    <a:pt x="2194560" y="814210"/>
                    <a:pt x="2192020" y="815480"/>
                  </a:cubicBezTo>
                  <a:cubicBezTo>
                    <a:pt x="2190750" y="816750"/>
                    <a:pt x="2188210" y="816750"/>
                    <a:pt x="2185670" y="819290"/>
                  </a:cubicBezTo>
                  <a:cubicBezTo>
                    <a:pt x="2183130" y="824370"/>
                    <a:pt x="2179320" y="833260"/>
                    <a:pt x="2176780" y="842150"/>
                  </a:cubicBezTo>
                  <a:cubicBezTo>
                    <a:pt x="2171700" y="853580"/>
                    <a:pt x="2164080" y="880250"/>
                    <a:pt x="2165350" y="882790"/>
                  </a:cubicBezTo>
                  <a:cubicBezTo>
                    <a:pt x="2166620" y="882790"/>
                    <a:pt x="2167890" y="881520"/>
                    <a:pt x="2167890" y="881520"/>
                  </a:cubicBezTo>
                  <a:cubicBezTo>
                    <a:pt x="2169160" y="881520"/>
                    <a:pt x="2175510" y="881520"/>
                    <a:pt x="2179320" y="881520"/>
                  </a:cubicBezTo>
                  <a:cubicBezTo>
                    <a:pt x="2181860" y="881520"/>
                    <a:pt x="2185670" y="882790"/>
                    <a:pt x="2185670" y="881520"/>
                  </a:cubicBezTo>
                  <a:cubicBezTo>
                    <a:pt x="2186940" y="881520"/>
                    <a:pt x="2185670" y="880250"/>
                    <a:pt x="2186940" y="880250"/>
                  </a:cubicBezTo>
                  <a:cubicBezTo>
                    <a:pt x="2186940" y="880250"/>
                    <a:pt x="2188210" y="873900"/>
                    <a:pt x="2189480" y="870090"/>
                  </a:cubicBezTo>
                  <a:cubicBezTo>
                    <a:pt x="2190750" y="866280"/>
                    <a:pt x="2193290" y="859930"/>
                    <a:pt x="2193290" y="859930"/>
                  </a:cubicBezTo>
                  <a:cubicBezTo>
                    <a:pt x="2193290" y="859930"/>
                    <a:pt x="2197100" y="854850"/>
                    <a:pt x="2199640" y="852310"/>
                  </a:cubicBezTo>
                  <a:cubicBezTo>
                    <a:pt x="2200910" y="848500"/>
                    <a:pt x="2205990" y="843420"/>
                    <a:pt x="2205990" y="843420"/>
                  </a:cubicBezTo>
                  <a:cubicBezTo>
                    <a:pt x="2205990" y="843420"/>
                    <a:pt x="2211070" y="838340"/>
                    <a:pt x="2213610" y="837070"/>
                  </a:cubicBezTo>
                  <a:cubicBezTo>
                    <a:pt x="2216150" y="834530"/>
                    <a:pt x="2221230" y="829450"/>
                    <a:pt x="2221230" y="829450"/>
                  </a:cubicBezTo>
                  <a:cubicBezTo>
                    <a:pt x="2221230" y="829450"/>
                    <a:pt x="2227580" y="826910"/>
                    <a:pt x="2230120" y="824370"/>
                  </a:cubicBezTo>
                  <a:cubicBezTo>
                    <a:pt x="2232660" y="823100"/>
                    <a:pt x="2239010" y="820560"/>
                    <a:pt x="2239010" y="820560"/>
                  </a:cubicBezTo>
                  <a:cubicBezTo>
                    <a:pt x="2239010" y="819290"/>
                    <a:pt x="2246630" y="818020"/>
                    <a:pt x="2249170" y="818020"/>
                  </a:cubicBezTo>
                  <a:cubicBezTo>
                    <a:pt x="2252980" y="816750"/>
                    <a:pt x="2259330" y="815480"/>
                    <a:pt x="2259330" y="815480"/>
                  </a:cubicBezTo>
                  <a:cubicBezTo>
                    <a:pt x="2259330" y="815480"/>
                    <a:pt x="2266950" y="815480"/>
                    <a:pt x="2269490" y="815480"/>
                  </a:cubicBezTo>
                  <a:cubicBezTo>
                    <a:pt x="2273300" y="815480"/>
                    <a:pt x="2279650" y="815480"/>
                    <a:pt x="2279650" y="815480"/>
                  </a:cubicBezTo>
                  <a:cubicBezTo>
                    <a:pt x="2280920" y="815480"/>
                    <a:pt x="2287270" y="816750"/>
                    <a:pt x="2289810" y="818020"/>
                  </a:cubicBezTo>
                  <a:cubicBezTo>
                    <a:pt x="2293620" y="818020"/>
                    <a:pt x="2299970" y="819290"/>
                    <a:pt x="2299970" y="820560"/>
                  </a:cubicBezTo>
                  <a:cubicBezTo>
                    <a:pt x="2299970" y="820560"/>
                    <a:pt x="2306320" y="823100"/>
                    <a:pt x="2310130" y="824370"/>
                  </a:cubicBezTo>
                  <a:cubicBezTo>
                    <a:pt x="2312670" y="826910"/>
                    <a:pt x="2319020" y="829450"/>
                    <a:pt x="2319020" y="829450"/>
                  </a:cubicBezTo>
                  <a:cubicBezTo>
                    <a:pt x="2319020" y="829450"/>
                    <a:pt x="2324100" y="834530"/>
                    <a:pt x="2326640" y="837070"/>
                  </a:cubicBezTo>
                  <a:cubicBezTo>
                    <a:pt x="2329180" y="838340"/>
                    <a:pt x="2334260" y="843420"/>
                    <a:pt x="2334260" y="843420"/>
                  </a:cubicBezTo>
                  <a:cubicBezTo>
                    <a:pt x="2334260" y="843420"/>
                    <a:pt x="2338070" y="848500"/>
                    <a:pt x="2340610" y="852310"/>
                  </a:cubicBezTo>
                  <a:cubicBezTo>
                    <a:pt x="2341880" y="854850"/>
                    <a:pt x="2345690" y="859930"/>
                    <a:pt x="2345690" y="859930"/>
                  </a:cubicBezTo>
                  <a:cubicBezTo>
                    <a:pt x="2345690" y="859930"/>
                    <a:pt x="2346960" y="865010"/>
                    <a:pt x="2348230" y="865010"/>
                  </a:cubicBezTo>
                  <a:cubicBezTo>
                    <a:pt x="2349500" y="866280"/>
                    <a:pt x="2352040" y="863740"/>
                    <a:pt x="2352040" y="863740"/>
                  </a:cubicBezTo>
                  <a:cubicBezTo>
                    <a:pt x="2352040" y="863740"/>
                    <a:pt x="2359660" y="861200"/>
                    <a:pt x="2362200" y="861200"/>
                  </a:cubicBezTo>
                  <a:cubicBezTo>
                    <a:pt x="2366010" y="859930"/>
                    <a:pt x="2372360" y="858660"/>
                    <a:pt x="2372360" y="858660"/>
                  </a:cubicBezTo>
                  <a:cubicBezTo>
                    <a:pt x="2372360" y="858660"/>
                    <a:pt x="2379980" y="858660"/>
                    <a:pt x="2383790" y="858660"/>
                  </a:cubicBezTo>
                  <a:cubicBezTo>
                    <a:pt x="2387600" y="858660"/>
                    <a:pt x="2393950" y="858660"/>
                    <a:pt x="2393950" y="858660"/>
                  </a:cubicBezTo>
                  <a:cubicBezTo>
                    <a:pt x="2393950" y="858660"/>
                    <a:pt x="2401570" y="859930"/>
                    <a:pt x="2404110" y="861200"/>
                  </a:cubicBezTo>
                  <a:cubicBezTo>
                    <a:pt x="2407920" y="861200"/>
                    <a:pt x="2414270" y="863740"/>
                    <a:pt x="2414270" y="863740"/>
                  </a:cubicBezTo>
                  <a:cubicBezTo>
                    <a:pt x="2414270" y="863740"/>
                    <a:pt x="2420620" y="866280"/>
                    <a:pt x="2424430" y="868820"/>
                  </a:cubicBezTo>
                  <a:cubicBezTo>
                    <a:pt x="2426970" y="870090"/>
                    <a:pt x="2433320" y="872630"/>
                    <a:pt x="2433320" y="872630"/>
                  </a:cubicBezTo>
                  <a:cubicBezTo>
                    <a:pt x="2433320" y="873900"/>
                    <a:pt x="2438400" y="877710"/>
                    <a:pt x="2440940" y="880250"/>
                  </a:cubicBezTo>
                  <a:cubicBezTo>
                    <a:pt x="2444750" y="882790"/>
                    <a:pt x="2449830" y="886600"/>
                    <a:pt x="2449830" y="887870"/>
                  </a:cubicBezTo>
                  <a:cubicBezTo>
                    <a:pt x="2449830" y="887870"/>
                    <a:pt x="2453640" y="892950"/>
                    <a:pt x="2454910" y="895490"/>
                  </a:cubicBezTo>
                  <a:cubicBezTo>
                    <a:pt x="2457450" y="899300"/>
                    <a:pt x="2461260" y="904380"/>
                    <a:pt x="2461260" y="904380"/>
                  </a:cubicBezTo>
                  <a:cubicBezTo>
                    <a:pt x="2461260" y="904380"/>
                    <a:pt x="2463800" y="912000"/>
                    <a:pt x="2465070" y="914540"/>
                  </a:cubicBezTo>
                  <a:cubicBezTo>
                    <a:pt x="2466340" y="918350"/>
                    <a:pt x="2468880" y="924700"/>
                    <a:pt x="2468880" y="924700"/>
                  </a:cubicBezTo>
                  <a:cubicBezTo>
                    <a:pt x="2468880" y="924700"/>
                    <a:pt x="2470150" y="932320"/>
                    <a:pt x="2470150" y="934860"/>
                  </a:cubicBezTo>
                  <a:cubicBezTo>
                    <a:pt x="2471420" y="938670"/>
                    <a:pt x="2471420" y="945020"/>
                    <a:pt x="2471420" y="946290"/>
                  </a:cubicBezTo>
                  <a:cubicBezTo>
                    <a:pt x="2471420" y="946290"/>
                    <a:pt x="2471420" y="998360"/>
                    <a:pt x="2471420" y="1026300"/>
                  </a:cubicBezTo>
                  <a:cubicBezTo>
                    <a:pt x="2471420" y="1055510"/>
                    <a:pt x="2471420" y="1085990"/>
                    <a:pt x="2472690" y="1116470"/>
                  </a:cubicBezTo>
                  <a:cubicBezTo>
                    <a:pt x="2472690" y="1146950"/>
                    <a:pt x="2472690" y="1178700"/>
                    <a:pt x="2472690" y="1207910"/>
                  </a:cubicBezTo>
                  <a:cubicBezTo>
                    <a:pt x="2472690" y="1235850"/>
                    <a:pt x="2471420" y="1265060"/>
                    <a:pt x="2472690" y="1289190"/>
                  </a:cubicBezTo>
                  <a:cubicBezTo>
                    <a:pt x="2472690" y="1308240"/>
                    <a:pt x="2470150" y="1320940"/>
                    <a:pt x="2472690" y="1339990"/>
                  </a:cubicBezTo>
                  <a:cubicBezTo>
                    <a:pt x="2476500" y="1366660"/>
                    <a:pt x="2489200" y="1402220"/>
                    <a:pt x="2496820" y="1431430"/>
                  </a:cubicBezTo>
                  <a:cubicBezTo>
                    <a:pt x="2503170" y="1459370"/>
                    <a:pt x="2513330" y="1486040"/>
                    <a:pt x="2517140" y="1513980"/>
                  </a:cubicBezTo>
                  <a:cubicBezTo>
                    <a:pt x="2520950" y="1543190"/>
                    <a:pt x="2515870" y="1573670"/>
                    <a:pt x="2519680" y="1601610"/>
                  </a:cubicBezTo>
                  <a:cubicBezTo>
                    <a:pt x="2523490" y="1629550"/>
                    <a:pt x="2533650" y="1652410"/>
                    <a:pt x="2540000" y="1680350"/>
                  </a:cubicBezTo>
                  <a:cubicBezTo>
                    <a:pt x="2546350" y="1710830"/>
                    <a:pt x="2552700" y="1755280"/>
                    <a:pt x="2555240" y="1775600"/>
                  </a:cubicBezTo>
                  <a:cubicBezTo>
                    <a:pt x="2556510" y="1784490"/>
                    <a:pt x="2556510" y="1789570"/>
                    <a:pt x="2557780" y="1794650"/>
                  </a:cubicBezTo>
                  <a:cubicBezTo>
                    <a:pt x="2557780" y="1799730"/>
                    <a:pt x="2559050" y="1802270"/>
                    <a:pt x="2559050" y="1806080"/>
                  </a:cubicBezTo>
                  <a:cubicBezTo>
                    <a:pt x="2560320" y="1809890"/>
                    <a:pt x="2561590" y="1816240"/>
                    <a:pt x="2561590" y="1816240"/>
                  </a:cubicBezTo>
                  <a:cubicBezTo>
                    <a:pt x="2561590" y="1816240"/>
                    <a:pt x="2561590" y="1823860"/>
                    <a:pt x="2560320" y="1827670"/>
                  </a:cubicBezTo>
                  <a:cubicBezTo>
                    <a:pt x="2560320" y="1830210"/>
                    <a:pt x="2560320" y="1837830"/>
                    <a:pt x="2560320" y="1837830"/>
                  </a:cubicBezTo>
                  <a:cubicBezTo>
                    <a:pt x="2560320" y="1837830"/>
                    <a:pt x="2557780" y="1844180"/>
                    <a:pt x="2557780" y="1847990"/>
                  </a:cubicBezTo>
                  <a:cubicBezTo>
                    <a:pt x="2556510" y="1851800"/>
                    <a:pt x="2553970" y="1858150"/>
                    <a:pt x="2553970" y="1858150"/>
                  </a:cubicBezTo>
                  <a:cubicBezTo>
                    <a:pt x="2553970" y="1858150"/>
                    <a:pt x="2550160" y="1864500"/>
                    <a:pt x="2548890" y="1867040"/>
                  </a:cubicBezTo>
                  <a:cubicBezTo>
                    <a:pt x="2546350" y="1870850"/>
                    <a:pt x="2543810" y="1877200"/>
                    <a:pt x="2543810" y="1877200"/>
                  </a:cubicBezTo>
                  <a:cubicBezTo>
                    <a:pt x="2543810" y="1877200"/>
                    <a:pt x="2538730" y="1882280"/>
                    <a:pt x="2536190" y="1884820"/>
                  </a:cubicBezTo>
                  <a:cubicBezTo>
                    <a:pt x="2533650" y="1887360"/>
                    <a:pt x="2528570" y="1892440"/>
                    <a:pt x="2528570" y="1892440"/>
                  </a:cubicBezTo>
                  <a:cubicBezTo>
                    <a:pt x="2528570" y="1892440"/>
                    <a:pt x="2522220" y="1896250"/>
                    <a:pt x="2519680" y="1897520"/>
                  </a:cubicBezTo>
                  <a:cubicBezTo>
                    <a:pt x="2515870" y="1900060"/>
                    <a:pt x="2510790" y="1903870"/>
                    <a:pt x="2509520" y="1903870"/>
                  </a:cubicBezTo>
                  <a:cubicBezTo>
                    <a:pt x="2509520" y="1903870"/>
                    <a:pt x="2503170" y="1905140"/>
                    <a:pt x="2499360" y="1906410"/>
                  </a:cubicBezTo>
                  <a:cubicBezTo>
                    <a:pt x="2496820" y="1907680"/>
                    <a:pt x="2489200" y="1910220"/>
                    <a:pt x="2489200" y="1910220"/>
                  </a:cubicBezTo>
                  <a:cubicBezTo>
                    <a:pt x="2489200" y="1910220"/>
                    <a:pt x="2482850" y="1910220"/>
                    <a:pt x="2479040" y="1911490"/>
                  </a:cubicBezTo>
                  <a:cubicBezTo>
                    <a:pt x="2475230" y="1911490"/>
                    <a:pt x="2468880" y="1911490"/>
                    <a:pt x="2467610" y="1911490"/>
                  </a:cubicBezTo>
                  <a:cubicBezTo>
                    <a:pt x="2467610" y="1911490"/>
                    <a:pt x="2461260" y="1910220"/>
                    <a:pt x="2457450" y="1910220"/>
                  </a:cubicBezTo>
                  <a:cubicBezTo>
                    <a:pt x="2453640" y="1908950"/>
                    <a:pt x="2447290" y="1907680"/>
                    <a:pt x="2447290" y="1907680"/>
                  </a:cubicBezTo>
                  <a:cubicBezTo>
                    <a:pt x="2447290" y="1907680"/>
                    <a:pt x="2440940" y="1905140"/>
                    <a:pt x="2437130" y="1903870"/>
                  </a:cubicBezTo>
                  <a:cubicBezTo>
                    <a:pt x="2433320" y="1902600"/>
                    <a:pt x="2426970" y="1900060"/>
                    <a:pt x="2426970" y="1900060"/>
                  </a:cubicBezTo>
                  <a:cubicBezTo>
                    <a:pt x="2426970" y="1898790"/>
                    <a:pt x="2421890" y="1894980"/>
                    <a:pt x="2419350" y="1892440"/>
                  </a:cubicBezTo>
                  <a:cubicBezTo>
                    <a:pt x="2415540" y="1891170"/>
                    <a:pt x="2410460" y="1886090"/>
                    <a:pt x="2410460" y="1886090"/>
                  </a:cubicBezTo>
                  <a:cubicBezTo>
                    <a:pt x="2410460" y="1886090"/>
                    <a:pt x="2405380" y="1879740"/>
                    <a:pt x="2404110" y="1878470"/>
                  </a:cubicBezTo>
                  <a:cubicBezTo>
                    <a:pt x="2402840" y="1877200"/>
                    <a:pt x="2401570" y="1874660"/>
                    <a:pt x="2401570" y="1875930"/>
                  </a:cubicBezTo>
                  <a:cubicBezTo>
                    <a:pt x="2400300" y="1875930"/>
                    <a:pt x="2401570" y="1888630"/>
                    <a:pt x="2401570" y="1900060"/>
                  </a:cubicBezTo>
                  <a:cubicBezTo>
                    <a:pt x="2401570" y="1917840"/>
                    <a:pt x="2400300" y="1974990"/>
                    <a:pt x="2400300" y="1976260"/>
                  </a:cubicBezTo>
                  <a:cubicBezTo>
                    <a:pt x="2400300" y="1976260"/>
                    <a:pt x="2400300" y="1982610"/>
                    <a:pt x="2400300" y="1986420"/>
                  </a:cubicBezTo>
                  <a:cubicBezTo>
                    <a:pt x="2399030" y="1990230"/>
                    <a:pt x="2399030" y="1996580"/>
                    <a:pt x="2399030" y="1996580"/>
                  </a:cubicBezTo>
                  <a:cubicBezTo>
                    <a:pt x="2399030" y="1996580"/>
                    <a:pt x="2396490" y="2002930"/>
                    <a:pt x="2395220" y="2006740"/>
                  </a:cubicBezTo>
                  <a:cubicBezTo>
                    <a:pt x="2395220" y="2009280"/>
                    <a:pt x="2392680" y="2015630"/>
                    <a:pt x="2392680" y="2015630"/>
                  </a:cubicBezTo>
                  <a:cubicBezTo>
                    <a:pt x="2392680" y="2016900"/>
                    <a:pt x="2388870" y="2021980"/>
                    <a:pt x="2387600" y="2024520"/>
                  </a:cubicBezTo>
                  <a:cubicBezTo>
                    <a:pt x="2385060" y="2028330"/>
                    <a:pt x="2381250" y="2033410"/>
                    <a:pt x="2381250" y="2033410"/>
                  </a:cubicBezTo>
                  <a:cubicBezTo>
                    <a:pt x="2381250" y="2033410"/>
                    <a:pt x="2376170" y="2038490"/>
                    <a:pt x="2374900" y="2041030"/>
                  </a:cubicBezTo>
                  <a:cubicBezTo>
                    <a:pt x="2372360" y="2043570"/>
                    <a:pt x="2367280" y="2048650"/>
                    <a:pt x="2367280" y="2048650"/>
                  </a:cubicBezTo>
                  <a:cubicBezTo>
                    <a:pt x="2367280" y="2048650"/>
                    <a:pt x="2360930" y="2051190"/>
                    <a:pt x="2358390" y="2053730"/>
                  </a:cubicBezTo>
                  <a:cubicBezTo>
                    <a:pt x="2354580" y="2055000"/>
                    <a:pt x="2349500" y="2058810"/>
                    <a:pt x="2349500" y="2058810"/>
                  </a:cubicBezTo>
                  <a:cubicBezTo>
                    <a:pt x="2349500" y="2058810"/>
                    <a:pt x="2343150" y="2060080"/>
                    <a:pt x="2339340" y="2061350"/>
                  </a:cubicBezTo>
                  <a:cubicBezTo>
                    <a:pt x="2335530" y="2062620"/>
                    <a:pt x="2329180" y="2063890"/>
                    <a:pt x="2329180" y="2063890"/>
                  </a:cubicBezTo>
                  <a:cubicBezTo>
                    <a:pt x="2329180" y="2063890"/>
                    <a:pt x="2329180" y="2063890"/>
                    <a:pt x="2329180" y="2065160"/>
                  </a:cubicBezTo>
                  <a:cubicBezTo>
                    <a:pt x="2329180" y="2065160"/>
                    <a:pt x="2322830" y="2065160"/>
                    <a:pt x="2319020" y="2065160"/>
                  </a:cubicBezTo>
                  <a:cubicBezTo>
                    <a:pt x="2315210" y="2065160"/>
                    <a:pt x="2308860" y="2065160"/>
                    <a:pt x="2308860" y="2065160"/>
                  </a:cubicBezTo>
                  <a:cubicBezTo>
                    <a:pt x="2308860" y="2065160"/>
                    <a:pt x="2302510" y="2063890"/>
                    <a:pt x="2298700" y="2063890"/>
                  </a:cubicBezTo>
                  <a:cubicBezTo>
                    <a:pt x="2294890" y="2062620"/>
                    <a:pt x="2288540" y="2061350"/>
                    <a:pt x="2288540" y="2061350"/>
                  </a:cubicBezTo>
                  <a:cubicBezTo>
                    <a:pt x="2288540" y="2061350"/>
                    <a:pt x="2282190" y="2058810"/>
                    <a:pt x="2279650" y="2057540"/>
                  </a:cubicBezTo>
                  <a:cubicBezTo>
                    <a:pt x="2275840" y="2056270"/>
                    <a:pt x="2269490" y="2052460"/>
                    <a:pt x="2269490" y="2052460"/>
                  </a:cubicBezTo>
                  <a:cubicBezTo>
                    <a:pt x="2269490" y="2052460"/>
                    <a:pt x="2264410" y="2048650"/>
                    <a:pt x="2261870" y="2046110"/>
                  </a:cubicBezTo>
                  <a:cubicBezTo>
                    <a:pt x="2259330" y="2044840"/>
                    <a:pt x="2254250" y="2039760"/>
                    <a:pt x="2254250" y="2039760"/>
                  </a:cubicBezTo>
                  <a:cubicBezTo>
                    <a:pt x="2252980" y="2039760"/>
                    <a:pt x="2249170" y="2034680"/>
                    <a:pt x="2247900" y="2032140"/>
                  </a:cubicBezTo>
                  <a:cubicBezTo>
                    <a:pt x="2245360" y="2029600"/>
                    <a:pt x="2241550" y="2023250"/>
                    <a:pt x="2241550" y="2023250"/>
                  </a:cubicBezTo>
                  <a:cubicBezTo>
                    <a:pt x="2241550" y="2023250"/>
                    <a:pt x="2239010" y="2016900"/>
                    <a:pt x="2236470" y="2014360"/>
                  </a:cubicBezTo>
                  <a:cubicBezTo>
                    <a:pt x="2235200" y="2010550"/>
                    <a:pt x="2232660" y="2004200"/>
                    <a:pt x="2232660" y="2004200"/>
                  </a:cubicBezTo>
                  <a:cubicBezTo>
                    <a:pt x="2232660" y="2004200"/>
                    <a:pt x="2231390" y="1997850"/>
                    <a:pt x="2231390" y="1994040"/>
                  </a:cubicBezTo>
                  <a:cubicBezTo>
                    <a:pt x="2230120" y="1991500"/>
                    <a:pt x="2228850" y="1983880"/>
                    <a:pt x="2228850" y="1983880"/>
                  </a:cubicBezTo>
                  <a:cubicBezTo>
                    <a:pt x="2228850" y="1983880"/>
                    <a:pt x="2232660" y="1938160"/>
                    <a:pt x="2228850" y="1916570"/>
                  </a:cubicBezTo>
                  <a:cubicBezTo>
                    <a:pt x="2226310" y="1893710"/>
                    <a:pt x="2221230" y="1859420"/>
                    <a:pt x="2209800" y="1851800"/>
                  </a:cubicBezTo>
                  <a:cubicBezTo>
                    <a:pt x="2200910" y="1846720"/>
                    <a:pt x="2185670" y="1856880"/>
                    <a:pt x="2175510" y="1856880"/>
                  </a:cubicBezTo>
                  <a:cubicBezTo>
                    <a:pt x="2166620" y="1858150"/>
                    <a:pt x="2155190" y="1853070"/>
                    <a:pt x="2151380" y="1856880"/>
                  </a:cubicBezTo>
                  <a:cubicBezTo>
                    <a:pt x="2147570" y="1860690"/>
                    <a:pt x="2151380" y="1868310"/>
                    <a:pt x="2151380" y="1878470"/>
                  </a:cubicBezTo>
                  <a:cubicBezTo>
                    <a:pt x="2151380" y="1896250"/>
                    <a:pt x="2151380" y="1957210"/>
                    <a:pt x="2151380" y="1957210"/>
                  </a:cubicBezTo>
                  <a:cubicBezTo>
                    <a:pt x="2151380" y="1957210"/>
                    <a:pt x="2150110" y="1963560"/>
                    <a:pt x="2150110" y="1967370"/>
                  </a:cubicBezTo>
                  <a:cubicBezTo>
                    <a:pt x="2148840" y="1971180"/>
                    <a:pt x="2148840" y="1977530"/>
                    <a:pt x="2148840" y="1977530"/>
                  </a:cubicBezTo>
                  <a:cubicBezTo>
                    <a:pt x="2148840" y="1977530"/>
                    <a:pt x="2146300" y="1983880"/>
                    <a:pt x="2145030" y="1987690"/>
                  </a:cubicBezTo>
                  <a:cubicBezTo>
                    <a:pt x="2143760" y="1990230"/>
                    <a:pt x="2141220" y="1996580"/>
                    <a:pt x="2141220" y="1996580"/>
                  </a:cubicBezTo>
                  <a:cubicBezTo>
                    <a:pt x="2141220" y="1996580"/>
                    <a:pt x="2137410" y="2002930"/>
                    <a:pt x="2134870" y="2005470"/>
                  </a:cubicBezTo>
                  <a:cubicBezTo>
                    <a:pt x="2133600" y="2008010"/>
                    <a:pt x="2129790" y="2013090"/>
                    <a:pt x="2129790" y="2013090"/>
                  </a:cubicBezTo>
                  <a:cubicBezTo>
                    <a:pt x="2129790" y="2014360"/>
                    <a:pt x="2124710" y="2018170"/>
                    <a:pt x="2122170" y="2020710"/>
                  </a:cubicBezTo>
                  <a:cubicBezTo>
                    <a:pt x="2119630" y="2023250"/>
                    <a:pt x="2114550" y="2027060"/>
                    <a:pt x="2114550" y="2027060"/>
                  </a:cubicBezTo>
                  <a:cubicBezTo>
                    <a:pt x="2113280" y="2027060"/>
                    <a:pt x="2108200" y="2030870"/>
                    <a:pt x="2104390" y="2032140"/>
                  </a:cubicBezTo>
                  <a:cubicBezTo>
                    <a:pt x="2101850" y="2033410"/>
                    <a:pt x="2095500" y="2037220"/>
                    <a:pt x="2095500" y="2037220"/>
                  </a:cubicBezTo>
                  <a:cubicBezTo>
                    <a:pt x="2095500" y="2037220"/>
                    <a:pt x="2089150" y="2038490"/>
                    <a:pt x="2085340" y="2039760"/>
                  </a:cubicBezTo>
                  <a:cubicBezTo>
                    <a:pt x="2082800" y="2039760"/>
                    <a:pt x="2076450" y="2042300"/>
                    <a:pt x="2075180" y="2042300"/>
                  </a:cubicBezTo>
                  <a:cubicBezTo>
                    <a:pt x="2075180" y="2042300"/>
                    <a:pt x="2068830" y="2042300"/>
                    <a:pt x="2065020" y="2042300"/>
                  </a:cubicBezTo>
                  <a:cubicBezTo>
                    <a:pt x="2062480" y="2042300"/>
                    <a:pt x="2054860" y="2042300"/>
                    <a:pt x="2054860" y="2042300"/>
                  </a:cubicBezTo>
                  <a:cubicBezTo>
                    <a:pt x="2054860" y="2042300"/>
                    <a:pt x="2048510" y="2039760"/>
                    <a:pt x="2044700" y="2039760"/>
                  </a:cubicBezTo>
                  <a:cubicBezTo>
                    <a:pt x="2042160" y="2038490"/>
                    <a:pt x="2035810" y="2037220"/>
                    <a:pt x="2034540" y="2037220"/>
                  </a:cubicBezTo>
                  <a:cubicBezTo>
                    <a:pt x="2034540" y="2037220"/>
                    <a:pt x="2029460" y="2033410"/>
                    <a:pt x="2025650" y="2032140"/>
                  </a:cubicBezTo>
                  <a:cubicBezTo>
                    <a:pt x="2023110" y="2030870"/>
                    <a:pt x="2016760" y="2027060"/>
                    <a:pt x="2016760" y="2027060"/>
                  </a:cubicBezTo>
                  <a:cubicBezTo>
                    <a:pt x="2016760" y="2027060"/>
                    <a:pt x="2011680" y="2023250"/>
                    <a:pt x="2009140" y="2020710"/>
                  </a:cubicBezTo>
                  <a:cubicBezTo>
                    <a:pt x="2006600" y="2018170"/>
                    <a:pt x="2001520" y="2014360"/>
                    <a:pt x="2001520" y="2013090"/>
                  </a:cubicBezTo>
                  <a:cubicBezTo>
                    <a:pt x="2001520" y="2013090"/>
                    <a:pt x="1997710" y="2008010"/>
                    <a:pt x="1995170" y="2005470"/>
                  </a:cubicBezTo>
                  <a:cubicBezTo>
                    <a:pt x="1993900" y="2002930"/>
                    <a:pt x="1990090" y="1996580"/>
                    <a:pt x="1990090" y="1996580"/>
                  </a:cubicBezTo>
                  <a:cubicBezTo>
                    <a:pt x="1990090" y="1996580"/>
                    <a:pt x="1987550" y="1990230"/>
                    <a:pt x="1986280" y="1987690"/>
                  </a:cubicBezTo>
                  <a:cubicBezTo>
                    <a:pt x="1985010" y="1983880"/>
                    <a:pt x="1982470" y="1977530"/>
                    <a:pt x="1982470" y="1977530"/>
                  </a:cubicBezTo>
                  <a:cubicBezTo>
                    <a:pt x="1982470" y="1977530"/>
                    <a:pt x="1981200" y="1971180"/>
                    <a:pt x="1981200" y="1967370"/>
                  </a:cubicBezTo>
                  <a:cubicBezTo>
                    <a:pt x="1981200" y="1963560"/>
                    <a:pt x="1979930" y="1957210"/>
                    <a:pt x="1979930" y="1957210"/>
                  </a:cubicBezTo>
                  <a:cubicBezTo>
                    <a:pt x="1979930" y="1957210"/>
                    <a:pt x="1979930" y="1894980"/>
                    <a:pt x="1979930" y="1878470"/>
                  </a:cubicBezTo>
                  <a:cubicBezTo>
                    <a:pt x="1979930" y="1869580"/>
                    <a:pt x="1981200" y="1861960"/>
                    <a:pt x="1979930" y="1860690"/>
                  </a:cubicBezTo>
                  <a:cubicBezTo>
                    <a:pt x="1978660" y="1859420"/>
                    <a:pt x="1976120" y="1861960"/>
                    <a:pt x="1973580" y="1861960"/>
                  </a:cubicBezTo>
                  <a:cubicBezTo>
                    <a:pt x="1971040" y="1863230"/>
                    <a:pt x="1963420" y="1865770"/>
                    <a:pt x="1963420" y="1865770"/>
                  </a:cubicBezTo>
                  <a:cubicBezTo>
                    <a:pt x="1963420" y="1865770"/>
                    <a:pt x="1957070" y="1865770"/>
                    <a:pt x="1953260" y="1865770"/>
                  </a:cubicBezTo>
                  <a:cubicBezTo>
                    <a:pt x="1949450" y="1867040"/>
                    <a:pt x="1943100" y="1867040"/>
                    <a:pt x="1943100" y="1867040"/>
                  </a:cubicBezTo>
                  <a:cubicBezTo>
                    <a:pt x="1943100" y="1867040"/>
                    <a:pt x="1935480" y="1865770"/>
                    <a:pt x="1932940" y="1865770"/>
                  </a:cubicBezTo>
                  <a:cubicBezTo>
                    <a:pt x="1929130" y="1864500"/>
                    <a:pt x="1921510" y="1863230"/>
                    <a:pt x="1921510" y="1863230"/>
                  </a:cubicBezTo>
                  <a:cubicBezTo>
                    <a:pt x="1921510" y="1863230"/>
                    <a:pt x="1915160" y="1860690"/>
                    <a:pt x="1912620" y="1859420"/>
                  </a:cubicBezTo>
                  <a:cubicBezTo>
                    <a:pt x="1911350" y="1858150"/>
                    <a:pt x="1910080" y="1858150"/>
                    <a:pt x="1908810" y="1858150"/>
                  </a:cubicBezTo>
                  <a:cubicBezTo>
                    <a:pt x="1905000" y="1856880"/>
                    <a:pt x="1898650" y="1856880"/>
                    <a:pt x="1889760" y="1856880"/>
                  </a:cubicBezTo>
                  <a:cubicBezTo>
                    <a:pt x="1866900" y="1856880"/>
                    <a:pt x="1812290" y="1856880"/>
                    <a:pt x="1776730" y="1856880"/>
                  </a:cubicBezTo>
                  <a:cubicBezTo>
                    <a:pt x="1742440" y="1856880"/>
                    <a:pt x="1709420" y="1856880"/>
                    <a:pt x="1678940" y="1856880"/>
                  </a:cubicBezTo>
                  <a:cubicBezTo>
                    <a:pt x="1648460" y="1856880"/>
                    <a:pt x="1621790" y="1856880"/>
                    <a:pt x="1591310" y="1856880"/>
                  </a:cubicBezTo>
                  <a:cubicBezTo>
                    <a:pt x="1557020" y="1856880"/>
                    <a:pt x="1520190" y="1856880"/>
                    <a:pt x="1483360" y="1856880"/>
                  </a:cubicBezTo>
                  <a:cubicBezTo>
                    <a:pt x="1443990" y="1855610"/>
                    <a:pt x="1402080" y="1855610"/>
                    <a:pt x="1362710" y="1854340"/>
                  </a:cubicBezTo>
                  <a:cubicBezTo>
                    <a:pt x="1325880" y="1854340"/>
                    <a:pt x="1291590" y="1854340"/>
                    <a:pt x="1254760" y="1854340"/>
                  </a:cubicBezTo>
                  <a:cubicBezTo>
                    <a:pt x="1217930" y="1854340"/>
                    <a:pt x="1177290" y="1854340"/>
                    <a:pt x="1140460" y="1854340"/>
                  </a:cubicBezTo>
                  <a:cubicBezTo>
                    <a:pt x="1106170" y="1854340"/>
                    <a:pt x="1073150" y="1858150"/>
                    <a:pt x="1040130" y="1854340"/>
                  </a:cubicBezTo>
                  <a:cubicBezTo>
                    <a:pt x="1005840" y="1851800"/>
                    <a:pt x="963930" y="1837830"/>
                    <a:pt x="938530" y="1834020"/>
                  </a:cubicBezTo>
                  <a:cubicBezTo>
                    <a:pt x="924560" y="1832750"/>
                    <a:pt x="906780" y="1832750"/>
                    <a:pt x="905510" y="1832750"/>
                  </a:cubicBezTo>
                  <a:cubicBezTo>
                    <a:pt x="905510" y="1832750"/>
                    <a:pt x="899160" y="1830210"/>
                    <a:pt x="896620" y="1828940"/>
                  </a:cubicBezTo>
                  <a:cubicBezTo>
                    <a:pt x="892810" y="1827670"/>
                    <a:pt x="886460" y="1825130"/>
                    <a:pt x="886460" y="1825130"/>
                  </a:cubicBezTo>
                  <a:cubicBezTo>
                    <a:pt x="886460" y="1825130"/>
                    <a:pt x="881380" y="1821320"/>
                    <a:pt x="877570" y="1820050"/>
                  </a:cubicBezTo>
                  <a:cubicBezTo>
                    <a:pt x="875030" y="1817510"/>
                    <a:pt x="869950" y="1813700"/>
                    <a:pt x="869950" y="1813700"/>
                  </a:cubicBezTo>
                  <a:cubicBezTo>
                    <a:pt x="868680" y="1813700"/>
                    <a:pt x="864870" y="1808620"/>
                    <a:pt x="862330" y="1806080"/>
                  </a:cubicBezTo>
                  <a:cubicBezTo>
                    <a:pt x="859790" y="1803540"/>
                    <a:pt x="855980" y="1799730"/>
                    <a:pt x="854710" y="1798460"/>
                  </a:cubicBezTo>
                  <a:cubicBezTo>
                    <a:pt x="854710" y="1798460"/>
                    <a:pt x="852170" y="1793380"/>
                    <a:pt x="849630" y="1789570"/>
                  </a:cubicBezTo>
                  <a:cubicBezTo>
                    <a:pt x="849630" y="1788300"/>
                    <a:pt x="847090" y="1784490"/>
                    <a:pt x="847090" y="1784490"/>
                  </a:cubicBezTo>
                  <a:cubicBezTo>
                    <a:pt x="847090" y="1784490"/>
                    <a:pt x="847090" y="1785760"/>
                    <a:pt x="847090" y="1785760"/>
                  </a:cubicBezTo>
                  <a:cubicBezTo>
                    <a:pt x="847090" y="1785760"/>
                    <a:pt x="844550" y="1792110"/>
                    <a:pt x="843280" y="1795920"/>
                  </a:cubicBezTo>
                  <a:cubicBezTo>
                    <a:pt x="842010" y="1798460"/>
                    <a:pt x="838200" y="1804810"/>
                    <a:pt x="838200" y="1804810"/>
                  </a:cubicBezTo>
                  <a:cubicBezTo>
                    <a:pt x="838200" y="1804810"/>
                    <a:pt x="834390" y="1811160"/>
                    <a:pt x="833120" y="1813700"/>
                  </a:cubicBezTo>
                  <a:cubicBezTo>
                    <a:pt x="830580" y="1817510"/>
                    <a:pt x="826770" y="1822590"/>
                    <a:pt x="826770" y="1822590"/>
                  </a:cubicBezTo>
                  <a:cubicBezTo>
                    <a:pt x="826770" y="1822590"/>
                    <a:pt x="820420" y="1827670"/>
                    <a:pt x="817880" y="1830210"/>
                  </a:cubicBezTo>
                  <a:cubicBezTo>
                    <a:pt x="815340" y="1831480"/>
                    <a:pt x="810260" y="1836560"/>
                    <a:pt x="810260" y="1836560"/>
                  </a:cubicBezTo>
                  <a:cubicBezTo>
                    <a:pt x="810260" y="1836560"/>
                    <a:pt x="803910" y="1840370"/>
                    <a:pt x="800100" y="1841640"/>
                  </a:cubicBezTo>
                  <a:cubicBezTo>
                    <a:pt x="797560" y="1842910"/>
                    <a:pt x="791210" y="1846720"/>
                    <a:pt x="791210" y="1846720"/>
                  </a:cubicBezTo>
                  <a:cubicBezTo>
                    <a:pt x="791210" y="1846720"/>
                    <a:pt x="783590" y="1847990"/>
                    <a:pt x="781050" y="1847990"/>
                  </a:cubicBezTo>
                  <a:cubicBezTo>
                    <a:pt x="777240" y="1849260"/>
                    <a:pt x="769620" y="1850530"/>
                    <a:pt x="769620" y="1850530"/>
                  </a:cubicBezTo>
                  <a:cubicBezTo>
                    <a:pt x="769620" y="1850530"/>
                    <a:pt x="763270" y="1850530"/>
                    <a:pt x="759460" y="1850530"/>
                  </a:cubicBezTo>
                  <a:cubicBezTo>
                    <a:pt x="755650" y="1850530"/>
                    <a:pt x="749300" y="1850530"/>
                    <a:pt x="748030" y="1850530"/>
                  </a:cubicBezTo>
                  <a:cubicBezTo>
                    <a:pt x="748030" y="1850530"/>
                    <a:pt x="741680" y="1849260"/>
                    <a:pt x="737870" y="1847990"/>
                  </a:cubicBezTo>
                  <a:cubicBezTo>
                    <a:pt x="735330" y="1846720"/>
                    <a:pt x="727710" y="1845450"/>
                    <a:pt x="727710" y="1845450"/>
                  </a:cubicBezTo>
                  <a:cubicBezTo>
                    <a:pt x="727710" y="1845450"/>
                    <a:pt x="721360" y="1841640"/>
                    <a:pt x="718820" y="1840370"/>
                  </a:cubicBezTo>
                  <a:cubicBezTo>
                    <a:pt x="715010" y="1837830"/>
                    <a:pt x="709930" y="1835290"/>
                    <a:pt x="708660" y="1835290"/>
                  </a:cubicBezTo>
                  <a:cubicBezTo>
                    <a:pt x="708660" y="1834020"/>
                    <a:pt x="703580" y="1830210"/>
                    <a:pt x="701040" y="1827670"/>
                  </a:cubicBezTo>
                  <a:cubicBezTo>
                    <a:pt x="698500" y="1825130"/>
                    <a:pt x="693420" y="1820050"/>
                    <a:pt x="693420" y="1820050"/>
                  </a:cubicBezTo>
                  <a:cubicBezTo>
                    <a:pt x="693420" y="1820050"/>
                    <a:pt x="689610" y="1813700"/>
                    <a:pt x="687070" y="1811160"/>
                  </a:cubicBezTo>
                  <a:cubicBezTo>
                    <a:pt x="685800" y="1808620"/>
                    <a:pt x="681990" y="1802270"/>
                    <a:pt x="681990" y="1802270"/>
                  </a:cubicBezTo>
                  <a:cubicBezTo>
                    <a:pt x="681990" y="1802270"/>
                    <a:pt x="679450" y="1795920"/>
                    <a:pt x="678180" y="1792110"/>
                  </a:cubicBezTo>
                  <a:cubicBezTo>
                    <a:pt x="676910" y="1789570"/>
                    <a:pt x="674370" y="1781950"/>
                    <a:pt x="674370" y="1781950"/>
                  </a:cubicBezTo>
                  <a:cubicBezTo>
                    <a:pt x="674370" y="1781950"/>
                    <a:pt x="673100" y="1775600"/>
                    <a:pt x="673100" y="1771790"/>
                  </a:cubicBezTo>
                  <a:cubicBezTo>
                    <a:pt x="673100" y="1767980"/>
                    <a:pt x="671830" y="1760360"/>
                    <a:pt x="671830" y="1760360"/>
                  </a:cubicBezTo>
                  <a:cubicBezTo>
                    <a:pt x="671830" y="1760360"/>
                    <a:pt x="671830" y="1761630"/>
                    <a:pt x="671830" y="1761630"/>
                  </a:cubicBezTo>
                  <a:cubicBezTo>
                    <a:pt x="671830" y="1761630"/>
                    <a:pt x="671830" y="1760360"/>
                    <a:pt x="671830" y="1760360"/>
                  </a:cubicBezTo>
                  <a:cubicBezTo>
                    <a:pt x="671830" y="1760360"/>
                    <a:pt x="683260" y="1742580"/>
                    <a:pt x="681990" y="1741310"/>
                  </a:cubicBezTo>
                  <a:cubicBezTo>
                    <a:pt x="681990" y="1741310"/>
                    <a:pt x="681990" y="1741310"/>
                    <a:pt x="681990" y="1742580"/>
                  </a:cubicBezTo>
                  <a:cubicBezTo>
                    <a:pt x="679450" y="1742580"/>
                    <a:pt x="669290" y="1750200"/>
                    <a:pt x="660400" y="1754010"/>
                  </a:cubicBezTo>
                  <a:cubicBezTo>
                    <a:pt x="646430" y="1760360"/>
                    <a:pt x="603250" y="1771790"/>
                    <a:pt x="599440" y="1775600"/>
                  </a:cubicBezTo>
                  <a:cubicBezTo>
                    <a:pt x="598170" y="1776870"/>
                    <a:pt x="599440" y="1776870"/>
                    <a:pt x="599440" y="1778140"/>
                  </a:cubicBezTo>
                  <a:cubicBezTo>
                    <a:pt x="598170" y="1779410"/>
                    <a:pt x="596900" y="1788300"/>
                    <a:pt x="596900" y="1788300"/>
                  </a:cubicBezTo>
                  <a:cubicBezTo>
                    <a:pt x="596900" y="1788300"/>
                    <a:pt x="593090" y="1794650"/>
                    <a:pt x="591820" y="1797190"/>
                  </a:cubicBezTo>
                  <a:cubicBezTo>
                    <a:pt x="589280" y="1801000"/>
                    <a:pt x="586740" y="1807350"/>
                    <a:pt x="586740" y="1807350"/>
                  </a:cubicBezTo>
                  <a:cubicBezTo>
                    <a:pt x="586740" y="1807350"/>
                    <a:pt x="581660" y="1812430"/>
                    <a:pt x="579120" y="1814970"/>
                  </a:cubicBezTo>
                  <a:cubicBezTo>
                    <a:pt x="576580" y="1817510"/>
                    <a:pt x="572770" y="1822590"/>
                    <a:pt x="572770" y="1822590"/>
                  </a:cubicBezTo>
                  <a:cubicBezTo>
                    <a:pt x="572770" y="1822590"/>
                    <a:pt x="566420" y="1827670"/>
                    <a:pt x="563880" y="1828940"/>
                  </a:cubicBezTo>
                  <a:cubicBezTo>
                    <a:pt x="560070" y="1831480"/>
                    <a:pt x="554990" y="1835290"/>
                    <a:pt x="554990" y="1835290"/>
                  </a:cubicBezTo>
                  <a:cubicBezTo>
                    <a:pt x="554990" y="1835290"/>
                    <a:pt x="547370" y="1837830"/>
                    <a:pt x="544830" y="1839100"/>
                  </a:cubicBezTo>
                  <a:cubicBezTo>
                    <a:pt x="541020" y="1840370"/>
                    <a:pt x="534670" y="1842910"/>
                    <a:pt x="534670" y="1842910"/>
                  </a:cubicBezTo>
                  <a:cubicBezTo>
                    <a:pt x="534670" y="1842910"/>
                    <a:pt x="527050" y="1844180"/>
                    <a:pt x="524510" y="1844180"/>
                  </a:cubicBezTo>
                  <a:cubicBezTo>
                    <a:pt x="520700" y="1844180"/>
                    <a:pt x="518160" y="1844180"/>
                    <a:pt x="513080" y="1845450"/>
                  </a:cubicBezTo>
                  <a:cubicBezTo>
                    <a:pt x="505460" y="1847990"/>
                    <a:pt x="495300" y="1855610"/>
                    <a:pt x="481330" y="1858150"/>
                  </a:cubicBezTo>
                  <a:cubicBezTo>
                    <a:pt x="457200" y="1863230"/>
                    <a:pt x="383540" y="1858150"/>
                    <a:pt x="382270" y="1858150"/>
                  </a:cubicBezTo>
                  <a:cubicBezTo>
                    <a:pt x="382270" y="1858150"/>
                    <a:pt x="375920" y="1856880"/>
                    <a:pt x="372110" y="1856880"/>
                  </a:cubicBezTo>
                  <a:cubicBezTo>
                    <a:pt x="368300" y="1856880"/>
                    <a:pt x="361950" y="1856880"/>
                    <a:pt x="360680" y="1855610"/>
                  </a:cubicBezTo>
                  <a:cubicBezTo>
                    <a:pt x="360680" y="1855610"/>
                    <a:pt x="354330" y="1854340"/>
                    <a:pt x="350520" y="1853070"/>
                  </a:cubicBezTo>
                  <a:cubicBezTo>
                    <a:pt x="347980" y="1851800"/>
                    <a:pt x="341630" y="1849260"/>
                    <a:pt x="340360" y="1849260"/>
                  </a:cubicBezTo>
                  <a:cubicBezTo>
                    <a:pt x="340360" y="1849260"/>
                    <a:pt x="335280" y="1845450"/>
                    <a:pt x="331470" y="1844180"/>
                  </a:cubicBezTo>
                  <a:cubicBezTo>
                    <a:pt x="328930" y="1841640"/>
                    <a:pt x="322580" y="1839100"/>
                    <a:pt x="322580" y="1837830"/>
                  </a:cubicBezTo>
                  <a:cubicBezTo>
                    <a:pt x="322580" y="1837830"/>
                    <a:pt x="317500" y="1832750"/>
                    <a:pt x="314960" y="1830210"/>
                  </a:cubicBezTo>
                  <a:cubicBezTo>
                    <a:pt x="312420" y="1827670"/>
                    <a:pt x="307340" y="1822590"/>
                    <a:pt x="307340" y="1822590"/>
                  </a:cubicBezTo>
                  <a:cubicBezTo>
                    <a:pt x="307340" y="1822590"/>
                    <a:pt x="303530" y="1816240"/>
                    <a:pt x="302260" y="1813700"/>
                  </a:cubicBezTo>
                  <a:cubicBezTo>
                    <a:pt x="300990" y="1811160"/>
                    <a:pt x="300990" y="1808620"/>
                    <a:pt x="298450" y="1806080"/>
                  </a:cubicBezTo>
                  <a:cubicBezTo>
                    <a:pt x="293370" y="1803540"/>
                    <a:pt x="276860" y="1801000"/>
                    <a:pt x="273050" y="1802270"/>
                  </a:cubicBezTo>
                  <a:cubicBezTo>
                    <a:pt x="271780" y="1803540"/>
                    <a:pt x="273050" y="1804810"/>
                    <a:pt x="271780" y="1806080"/>
                  </a:cubicBezTo>
                  <a:cubicBezTo>
                    <a:pt x="270510" y="1809890"/>
                    <a:pt x="265430" y="1817510"/>
                    <a:pt x="261620" y="1821320"/>
                  </a:cubicBezTo>
                  <a:cubicBezTo>
                    <a:pt x="257810" y="1826400"/>
                    <a:pt x="252730" y="1830210"/>
                    <a:pt x="247650" y="1834020"/>
                  </a:cubicBezTo>
                  <a:cubicBezTo>
                    <a:pt x="242570" y="1837830"/>
                    <a:pt x="236220" y="1840370"/>
                    <a:pt x="229870" y="1842910"/>
                  </a:cubicBezTo>
                  <a:cubicBezTo>
                    <a:pt x="224790" y="1845450"/>
                    <a:pt x="218440" y="1846720"/>
                    <a:pt x="212090" y="1847990"/>
                  </a:cubicBezTo>
                  <a:cubicBezTo>
                    <a:pt x="205740" y="1847990"/>
                    <a:pt x="199390" y="1847990"/>
                    <a:pt x="193040" y="1847990"/>
                  </a:cubicBezTo>
                  <a:cubicBezTo>
                    <a:pt x="186690" y="1846720"/>
                    <a:pt x="180340" y="1845450"/>
                    <a:pt x="175260" y="1842910"/>
                  </a:cubicBezTo>
                  <a:cubicBezTo>
                    <a:pt x="168910" y="1840370"/>
                    <a:pt x="162560" y="1837830"/>
                    <a:pt x="157480" y="1834020"/>
                  </a:cubicBezTo>
                  <a:cubicBezTo>
                    <a:pt x="152400" y="1830210"/>
                    <a:pt x="147320" y="1826400"/>
                    <a:pt x="143510" y="1821320"/>
                  </a:cubicBezTo>
                  <a:cubicBezTo>
                    <a:pt x="139700" y="1817510"/>
                    <a:pt x="135890" y="1811160"/>
                    <a:pt x="133350" y="1806080"/>
                  </a:cubicBezTo>
                  <a:cubicBezTo>
                    <a:pt x="129540" y="1801000"/>
                    <a:pt x="128270" y="1794650"/>
                    <a:pt x="125730" y="1788300"/>
                  </a:cubicBezTo>
                  <a:cubicBezTo>
                    <a:pt x="124460" y="1781950"/>
                    <a:pt x="124460" y="1769250"/>
                    <a:pt x="124460" y="1769250"/>
                  </a:cubicBezTo>
                  <a:cubicBezTo>
                    <a:pt x="124460" y="1769250"/>
                    <a:pt x="128270" y="1752740"/>
                    <a:pt x="124460" y="1745120"/>
                  </a:cubicBezTo>
                  <a:cubicBezTo>
                    <a:pt x="118110" y="1734960"/>
                    <a:pt x="92710" y="1731150"/>
                    <a:pt x="78740" y="1717180"/>
                  </a:cubicBezTo>
                  <a:cubicBezTo>
                    <a:pt x="59690" y="1695590"/>
                    <a:pt x="33020" y="1656220"/>
                    <a:pt x="30480" y="1624470"/>
                  </a:cubicBezTo>
                  <a:cubicBezTo>
                    <a:pt x="27940" y="1592720"/>
                    <a:pt x="69850" y="1534300"/>
                    <a:pt x="66040" y="1525410"/>
                  </a:cubicBezTo>
                  <a:cubicBezTo>
                    <a:pt x="64770" y="1522870"/>
                    <a:pt x="63500" y="1524140"/>
                    <a:pt x="60960" y="1522870"/>
                  </a:cubicBezTo>
                  <a:cubicBezTo>
                    <a:pt x="58420" y="1521600"/>
                    <a:pt x="52070" y="1517790"/>
                    <a:pt x="52070" y="1517790"/>
                  </a:cubicBezTo>
                  <a:cubicBezTo>
                    <a:pt x="50800" y="1517790"/>
                    <a:pt x="45720" y="1512710"/>
                    <a:pt x="43180" y="1510170"/>
                  </a:cubicBezTo>
                  <a:cubicBezTo>
                    <a:pt x="40640" y="1507630"/>
                    <a:pt x="35560" y="1503820"/>
                    <a:pt x="35560" y="1503820"/>
                  </a:cubicBezTo>
                  <a:cubicBezTo>
                    <a:pt x="35560" y="1502550"/>
                    <a:pt x="31750" y="1497470"/>
                    <a:pt x="29210" y="1494930"/>
                  </a:cubicBezTo>
                  <a:cubicBezTo>
                    <a:pt x="27940" y="1491120"/>
                    <a:pt x="22860" y="1486040"/>
                    <a:pt x="22860" y="1486040"/>
                  </a:cubicBezTo>
                  <a:cubicBezTo>
                    <a:pt x="22860" y="1486040"/>
                    <a:pt x="20320" y="1478420"/>
                    <a:pt x="19050" y="1475880"/>
                  </a:cubicBezTo>
                  <a:cubicBezTo>
                    <a:pt x="17780" y="1472070"/>
                    <a:pt x="15240" y="1465720"/>
                    <a:pt x="15240" y="1465720"/>
                  </a:cubicBezTo>
                  <a:cubicBezTo>
                    <a:pt x="15240" y="1465720"/>
                    <a:pt x="15240" y="1458100"/>
                    <a:pt x="13970" y="1455560"/>
                  </a:cubicBezTo>
                  <a:cubicBezTo>
                    <a:pt x="13970" y="1451750"/>
                    <a:pt x="13970" y="1449210"/>
                    <a:pt x="12700" y="1444130"/>
                  </a:cubicBezTo>
                  <a:cubicBezTo>
                    <a:pt x="11430" y="1436510"/>
                    <a:pt x="0" y="1412380"/>
                    <a:pt x="0" y="1412380"/>
                  </a:cubicBezTo>
                  <a:moveTo>
                    <a:pt x="246380" y="1049160"/>
                  </a:moveTo>
                  <a:cubicBezTo>
                    <a:pt x="251460" y="1068210"/>
                    <a:pt x="256540" y="1107580"/>
                    <a:pt x="257810" y="1107580"/>
                  </a:cubicBezTo>
                  <a:cubicBezTo>
                    <a:pt x="259080" y="1106310"/>
                    <a:pt x="265430" y="1099960"/>
                    <a:pt x="265430" y="1099960"/>
                  </a:cubicBezTo>
                  <a:cubicBezTo>
                    <a:pt x="265430" y="1099960"/>
                    <a:pt x="270510" y="1098690"/>
                    <a:pt x="273050" y="1096150"/>
                  </a:cubicBezTo>
                  <a:cubicBezTo>
                    <a:pt x="278130" y="1092340"/>
                    <a:pt x="283210" y="1075830"/>
                    <a:pt x="288290" y="1075830"/>
                  </a:cubicBezTo>
                  <a:cubicBezTo>
                    <a:pt x="293370" y="1074560"/>
                    <a:pt x="304800" y="1085990"/>
                    <a:pt x="304800" y="1085990"/>
                  </a:cubicBezTo>
                  <a:cubicBezTo>
                    <a:pt x="304800" y="1085990"/>
                    <a:pt x="306070" y="1085990"/>
                    <a:pt x="306070" y="1085990"/>
                  </a:cubicBezTo>
                  <a:cubicBezTo>
                    <a:pt x="306070" y="1085990"/>
                    <a:pt x="312420" y="1085990"/>
                    <a:pt x="316230" y="1085990"/>
                  </a:cubicBezTo>
                  <a:cubicBezTo>
                    <a:pt x="320040" y="1085990"/>
                    <a:pt x="326390" y="1085990"/>
                    <a:pt x="326390" y="1085990"/>
                  </a:cubicBezTo>
                  <a:cubicBezTo>
                    <a:pt x="326390" y="1085990"/>
                    <a:pt x="334010" y="1087260"/>
                    <a:pt x="336550" y="1088530"/>
                  </a:cubicBezTo>
                  <a:cubicBezTo>
                    <a:pt x="340360" y="1088530"/>
                    <a:pt x="346710" y="1091070"/>
                    <a:pt x="347980" y="1091070"/>
                  </a:cubicBezTo>
                  <a:cubicBezTo>
                    <a:pt x="347980" y="1091070"/>
                    <a:pt x="354330" y="1093610"/>
                    <a:pt x="356870" y="1094880"/>
                  </a:cubicBezTo>
                  <a:cubicBezTo>
                    <a:pt x="359410" y="1097420"/>
                    <a:pt x="365760" y="1099960"/>
                    <a:pt x="365760" y="1099960"/>
                  </a:cubicBezTo>
                  <a:cubicBezTo>
                    <a:pt x="367030" y="1099960"/>
                    <a:pt x="372110" y="1105040"/>
                    <a:pt x="374650" y="1107580"/>
                  </a:cubicBezTo>
                  <a:cubicBezTo>
                    <a:pt x="377190" y="1110120"/>
                    <a:pt x="382270" y="1113930"/>
                    <a:pt x="382270" y="1113930"/>
                  </a:cubicBezTo>
                  <a:cubicBezTo>
                    <a:pt x="382270" y="1113930"/>
                    <a:pt x="382270" y="1113930"/>
                    <a:pt x="382270" y="1115200"/>
                  </a:cubicBezTo>
                  <a:cubicBezTo>
                    <a:pt x="382270" y="1115200"/>
                    <a:pt x="386080" y="1121550"/>
                    <a:pt x="388620" y="1122820"/>
                  </a:cubicBezTo>
                  <a:cubicBezTo>
                    <a:pt x="389890" y="1125360"/>
                    <a:pt x="389890" y="1127900"/>
                    <a:pt x="391160" y="1127900"/>
                  </a:cubicBezTo>
                  <a:cubicBezTo>
                    <a:pt x="396240" y="1126630"/>
                    <a:pt x="415290" y="1074560"/>
                    <a:pt x="416560" y="1065670"/>
                  </a:cubicBezTo>
                  <a:cubicBezTo>
                    <a:pt x="416560" y="1063130"/>
                    <a:pt x="417830" y="1061860"/>
                    <a:pt x="416560" y="1060590"/>
                  </a:cubicBezTo>
                  <a:cubicBezTo>
                    <a:pt x="412750" y="1056780"/>
                    <a:pt x="389890" y="1064400"/>
                    <a:pt x="374650" y="1058050"/>
                  </a:cubicBezTo>
                  <a:cubicBezTo>
                    <a:pt x="349250" y="1047890"/>
                    <a:pt x="299720" y="1007250"/>
                    <a:pt x="288290" y="985660"/>
                  </a:cubicBezTo>
                  <a:cubicBezTo>
                    <a:pt x="283210" y="972960"/>
                    <a:pt x="292100" y="961530"/>
                    <a:pt x="285750" y="951370"/>
                  </a:cubicBezTo>
                  <a:cubicBezTo>
                    <a:pt x="279400" y="938670"/>
                    <a:pt x="248920" y="915810"/>
                    <a:pt x="246380" y="918350"/>
                  </a:cubicBezTo>
                  <a:cubicBezTo>
                    <a:pt x="245110" y="918350"/>
                    <a:pt x="246380" y="920890"/>
                    <a:pt x="246380" y="923430"/>
                  </a:cubicBezTo>
                  <a:cubicBezTo>
                    <a:pt x="246380" y="934860"/>
                    <a:pt x="246380" y="990740"/>
                    <a:pt x="246380" y="1013600"/>
                  </a:cubicBezTo>
                  <a:cubicBezTo>
                    <a:pt x="246380" y="1028840"/>
                    <a:pt x="246380" y="1049160"/>
                    <a:pt x="246380" y="1049160"/>
                  </a:cubicBezTo>
                  <a:moveTo>
                    <a:pt x="372110" y="1593990"/>
                  </a:moveTo>
                  <a:cubicBezTo>
                    <a:pt x="386080" y="1637170"/>
                    <a:pt x="381000" y="1637170"/>
                    <a:pt x="381000" y="1638440"/>
                  </a:cubicBezTo>
                  <a:cubicBezTo>
                    <a:pt x="382270" y="1640980"/>
                    <a:pt x="414020" y="1638440"/>
                    <a:pt x="426720" y="1640980"/>
                  </a:cubicBezTo>
                  <a:cubicBezTo>
                    <a:pt x="436880" y="1643520"/>
                    <a:pt x="450850" y="1652410"/>
                    <a:pt x="454660" y="1649870"/>
                  </a:cubicBezTo>
                  <a:cubicBezTo>
                    <a:pt x="458470" y="1646060"/>
                    <a:pt x="453390" y="1619390"/>
                    <a:pt x="445770" y="1613040"/>
                  </a:cubicBezTo>
                  <a:cubicBezTo>
                    <a:pt x="436880" y="1606690"/>
                    <a:pt x="415290" y="1620660"/>
                    <a:pt x="402590" y="1616850"/>
                  </a:cubicBezTo>
                  <a:cubicBezTo>
                    <a:pt x="389890" y="1613040"/>
                    <a:pt x="372110" y="1593990"/>
                    <a:pt x="372110" y="1593990"/>
                  </a:cubicBezTo>
                  <a:moveTo>
                    <a:pt x="603250" y="990740"/>
                  </a:moveTo>
                  <a:cubicBezTo>
                    <a:pt x="633730" y="990740"/>
                    <a:pt x="640080" y="969150"/>
                    <a:pt x="637540" y="965340"/>
                  </a:cubicBezTo>
                  <a:cubicBezTo>
                    <a:pt x="635000" y="962800"/>
                    <a:pt x="626110" y="962800"/>
                    <a:pt x="621030" y="965340"/>
                  </a:cubicBezTo>
                  <a:cubicBezTo>
                    <a:pt x="614680" y="969150"/>
                    <a:pt x="603250" y="990740"/>
                    <a:pt x="603250" y="990740"/>
                  </a:cubicBezTo>
                  <a:moveTo>
                    <a:pt x="872490" y="1115200"/>
                  </a:moveTo>
                  <a:cubicBezTo>
                    <a:pt x="902970" y="1148220"/>
                    <a:pt x="901700" y="1230770"/>
                    <a:pt x="901700" y="1249820"/>
                  </a:cubicBezTo>
                  <a:cubicBezTo>
                    <a:pt x="901700" y="1254900"/>
                    <a:pt x="899160" y="1258710"/>
                    <a:pt x="901700" y="1261250"/>
                  </a:cubicBezTo>
                  <a:cubicBezTo>
                    <a:pt x="906780" y="1265060"/>
                    <a:pt x="938530" y="1253630"/>
                    <a:pt x="955040" y="1249820"/>
                  </a:cubicBezTo>
                  <a:cubicBezTo>
                    <a:pt x="969010" y="1246010"/>
                    <a:pt x="984250" y="1248550"/>
                    <a:pt x="994410" y="1238390"/>
                  </a:cubicBezTo>
                  <a:cubicBezTo>
                    <a:pt x="1007110" y="1224420"/>
                    <a:pt x="998220" y="1181240"/>
                    <a:pt x="1013460" y="1160920"/>
                  </a:cubicBezTo>
                  <a:cubicBezTo>
                    <a:pt x="1028700" y="1139330"/>
                    <a:pt x="1057910" y="1127900"/>
                    <a:pt x="1085850" y="1112660"/>
                  </a:cubicBezTo>
                  <a:cubicBezTo>
                    <a:pt x="1121410" y="1092340"/>
                    <a:pt x="1176020" y="1074560"/>
                    <a:pt x="1211580" y="1055510"/>
                  </a:cubicBezTo>
                  <a:cubicBezTo>
                    <a:pt x="1240790" y="1041540"/>
                    <a:pt x="1258570" y="1025030"/>
                    <a:pt x="1285240" y="1011060"/>
                  </a:cubicBezTo>
                  <a:cubicBezTo>
                    <a:pt x="1318260" y="993280"/>
                    <a:pt x="1384300" y="976770"/>
                    <a:pt x="1398270" y="962800"/>
                  </a:cubicBezTo>
                  <a:cubicBezTo>
                    <a:pt x="1403350" y="957720"/>
                    <a:pt x="1400810" y="953910"/>
                    <a:pt x="1403350" y="947560"/>
                  </a:cubicBezTo>
                  <a:cubicBezTo>
                    <a:pt x="1408430" y="931050"/>
                    <a:pt x="1427480" y="877710"/>
                    <a:pt x="1424940" y="868820"/>
                  </a:cubicBezTo>
                  <a:cubicBezTo>
                    <a:pt x="1423670" y="866280"/>
                    <a:pt x="1421130" y="866280"/>
                    <a:pt x="1419860" y="865010"/>
                  </a:cubicBezTo>
                  <a:cubicBezTo>
                    <a:pt x="1419860" y="865010"/>
                    <a:pt x="1418590" y="859930"/>
                    <a:pt x="1417320" y="859930"/>
                  </a:cubicBezTo>
                  <a:cubicBezTo>
                    <a:pt x="1412240" y="858660"/>
                    <a:pt x="1404620" y="872630"/>
                    <a:pt x="1393190" y="876440"/>
                  </a:cubicBezTo>
                  <a:cubicBezTo>
                    <a:pt x="1371600" y="884060"/>
                    <a:pt x="1314450" y="882790"/>
                    <a:pt x="1289050" y="878980"/>
                  </a:cubicBezTo>
                  <a:cubicBezTo>
                    <a:pt x="1273810" y="876440"/>
                    <a:pt x="1261110" y="866280"/>
                    <a:pt x="1253490" y="867550"/>
                  </a:cubicBezTo>
                  <a:cubicBezTo>
                    <a:pt x="1249680" y="867550"/>
                    <a:pt x="1248410" y="870090"/>
                    <a:pt x="1245870" y="872630"/>
                  </a:cubicBezTo>
                  <a:cubicBezTo>
                    <a:pt x="1242060" y="873900"/>
                    <a:pt x="1236980" y="877710"/>
                    <a:pt x="1236980" y="877710"/>
                  </a:cubicBezTo>
                  <a:cubicBezTo>
                    <a:pt x="1235710" y="877710"/>
                    <a:pt x="1229360" y="880250"/>
                    <a:pt x="1226820" y="881520"/>
                  </a:cubicBezTo>
                  <a:cubicBezTo>
                    <a:pt x="1223010" y="882790"/>
                    <a:pt x="1216660" y="885330"/>
                    <a:pt x="1216660" y="885330"/>
                  </a:cubicBezTo>
                  <a:cubicBezTo>
                    <a:pt x="1216660" y="885330"/>
                    <a:pt x="1209040" y="885330"/>
                    <a:pt x="1205230" y="886600"/>
                  </a:cubicBezTo>
                  <a:cubicBezTo>
                    <a:pt x="1201420" y="886600"/>
                    <a:pt x="1195070" y="886600"/>
                    <a:pt x="1195070" y="886600"/>
                  </a:cubicBezTo>
                  <a:cubicBezTo>
                    <a:pt x="1195070" y="886600"/>
                    <a:pt x="1187450" y="886600"/>
                    <a:pt x="1184910" y="885330"/>
                  </a:cubicBezTo>
                  <a:cubicBezTo>
                    <a:pt x="1181100" y="885330"/>
                    <a:pt x="1173480" y="884060"/>
                    <a:pt x="1173480" y="884060"/>
                  </a:cubicBezTo>
                  <a:cubicBezTo>
                    <a:pt x="1173480" y="884060"/>
                    <a:pt x="1167130" y="881520"/>
                    <a:pt x="1163320" y="880250"/>
                  </a:cubicBezTo>
                  <a:cubicBezTo>
                    <a:pt x="1160780" y="878980"/>
                    <a:pt x="1154430" y="876440"/>
                    <a:pt x="1154430" y="876440"/>
                  </a:cubicBezTo>
                  <a:cubicBezTo>
                    <a:pt x="1154430" y="875170"/>
                    <a:pt x="1148080" y="871360"/>
                    <a:pt x="1145540" y="870090"/>
                  </a:cubicBezTo>
                  <a:cubicBezTo>
                    <a:pt x="1143000" y="867550"/>
                    <a:pt x="1136650" y="863740"/>
                    <a:pt x="1136650" y="863740"/>
                  </a:cubicBezTo>
                  <a:cubicBezTo>
                    <a:pt x="1136650" y="863740"/>
                    <a:pt x="1132840" y="857390"/>
                    <a:pt x="1130300" y="854850"/>
                  </a:cubicBezTo>
                  <a:cubicBezTo>
                    <a:pt x="1127760" y="852310"/>
                    <a:pt x="1122680" y="847230"/>
                    <a:pt x="1122680" y="847230"/>
                  </a:cubicBezTo>
                  <a:cubicBezTo>
                    <a:pt x="1122680" y="847230"/>
                    <a:pt x="1122680" y="840880"/>
                    <a:pt x="1120140" y="837070"/>
                  </a:cubicBezTo>
                  <a:cubicBezTo>
                    <a:pt x="1115060" y="826910"/>
                    <a:pt x="1098550" y="796430"/>
                    <a:pt x="1088390" y="796430"/>
                  </a:cubicBezTo>
                  <a:cubicBezTo>
                    <a:pt x="1076960" y="797700"/>
                    <a:pt x="1070610" y="835800"/>
                    <a:pt x="1055370" y="854850"/>
                  </a:cubicBezTo>
                  <a:cubicBezTo>
                    <a:pt x="1035050" y="878980"/>
                    <a:pt x="996950" y="914540"/>
                    <a:pt x="971550" y="927240"/>
                  </a:cubicBezTo>
                  <a:cubicBezTo>
                    <a:pt x="955040" y="936130"/>
                    <a:pt x="932180" y="929780"/>
                    <a:pt x="924560" y="938670"/>
                  </a:cubicBezTo>
                  <a:cubicBezTo>
                    <a:pt x="916940" y="948830"/>
                    <a:pt x="925830" y="965340"/>
                    <a:pt x="924560" y="983120"/>
                  </a:cubicBezTo>
                  <a:cubicBezTo>
                    <a:pt x="923290" y="1007250"/>
                    <a:pt x="924560" y="1045350"/>
                    <a:pt x="914400" y="1068210"/>
                  </a:cubicBezTo>
                  <a:cubicBezTo>
                    <a:pt x="905510" y="1088530"/>
                    <a:pt x="872490" y="1115200"/>
                    <a:pt x="872490" y="1115200"/>
                  </a:cubicBezTo>
                  <a:moveTo>
                    <a:pt x="1159510" y="539890"/>
                  </a:moveTo>
                  <a:cubicBezTo>
                    <a:pt x="1187450" y="591960"/>
                    <a:pt x="1189990" y="577990"/>
                    <a:pt x="1192530" y="575450"/>
                  </a:cubicBezTo>
                  <a:cubicBezTo>
                    <a:pt x="1192530" y="575450"/>
                    <a:pt x="1193800" y="575450"/>
                    <a:pt x="1193800" y="575450"/>
                  </a:cubicBezTo>
                  <a:cubicBezTo>
                    <a:pt x="1195070" y="572910"/>
                    <a:pt x="1159510" y="539890"/>
                    <a:pt x="1159510" y="539890"/>
                  </a:cubicBezTo>
                  <a:moveTo>
                    <a:pt x="1590040" y="924700"/>
                  </a:moveTo>
                  <a:cubicBezTo>
                    <a:pt x="1621790" y="937400"/>
                    <a:pt x="1648460" y="920890"/>
                    <a:pt x="1648460" y="919620"/>
                  </a:cubicBezTo>
                  <a:cubicBezTo>
                    <a:pt x="1648460" y="919620"/>
                    <a:pt x="1645920" y="919620"/>
                    <a:pt x="1643380" y="919620"/>
                  </a:cubicBezTo>
                  <a:cubicBezTo>
                    <a:pt x="1640840" y="919620"/>
                    <a:pt x="1633220" y="919620"/>
                    <a:pt x="1633220" y="919620"/>
                  </a:cubicBezTo>
                  <a:cubicBezTo>
                    <a:pt x="1631950" y="919620"/>
                    <a:pt x="1625600" y="918350"/>
                    <a:pt x="1621790" y="917080"/>
                  </a:cubicBezTo>
                  <a:cubicBezTo>
                    <a:pt x="1619250" y="915810"/>
                    <a:pt x="1611630" y="914540"/>
                    <a:pt x="1611630" y="914540"/>
                  </a:cubicBezTo>
                  <a:cubicBezTo>
                    <a:pt x="1611630" y="914540"/>
                    <a:pt x="1604010" y="910730"/>
                    <a:pt x="1602740" y="909460"/>
                  </a:cubicBezTo>
                  <a:cubicBezTo>
                    <a:pt x="1601470" y="909460"/>
                    <a:pt x="1600200" y="908190"/>
                    <a:pt x="1598930" y="908190"/>
                  </a:cubicBezTo>
                  <a:cubicBezTo>
                    <a:pt x="1597660" y="909460"/>
                    <a:pt x="1593850" y="906920"/>
                    <a:pt x="1592580" y="908190"/>
                  </a:cubicBezTo>
                  <a:cubicBezTo>
                    <a:pt x="1590040" y="910730"/>
                    <a:pt x="1590040" y="924700"/>
                    <a:pt x="1590040" y="924700"/>
                  </a:cubicBezTo>
                  <a:moveTo>
                    <a:pt x="1591310" y="1682890"/>
                  </a:moveTo>
                  <a:cubicBezTo>
                    <a:pt x="1593850" y="1682890"/>
                    <a:pt x="1593850" y="1681620"/>
                    <a:pt x="1592580" y="1681620"/>
                  </a:cubicBezTo>
                  <a:cubicBezTo>
                    <a:pt x="1592580" y="1681620"/>
                    <a:pt x="1591310" y="1682890"/>
                    <a:pt x="1591310" y="1682890"/>
                  </a:cubicBezTo>
                  <a:moveTo>
                    <a:pt x="1697990" y="900570"/>
                  </a:moveTo>
                  <a:cubicBezTo>
                    <a:pt x="1752600" y="932320"/>
                    <a:pt x="1752600" y="931050"/>
                    <a:pt x="1753870" y="932320"/>
                  </a:cubicBezTo>
                  <a:cubicBezTo>
                    <a:pt x="1755140" y="932320"/>
                    <a:pt x="1764030" y="932320"/>
                    <a:pt x="1764030" y="932320"/>
                  </a:cubicBezTo>
                  <a:cubicBezTo>
                    <a:pt x="1764030" y="932320"/>
                    <a:pt x="1770380" y="933590"/>
                    <a:pt x="1774190" y="934860"/>
                  </a:cubicBezTo>
                  <a:cubicBezTo>
                    <a:pt x="1776730" y="936130"/>
                    <a:pt x="1783080" y="938670"/>
                    <a:pt x="1783080" y="938670"/>
                  </a:cubicBezTo>
                  <a:cubicBezTo>
                    <a:pt x="1783080" y="938670"/>
                    <a:pt x="1789430" y="941210"/>
                    <a:pt x="1791970" y="943750"/>
                  </a:cubicBezTo>
                  <a:cubicBezTo>
                    <a:pt x="1795780" y="945020"/>
                    <a:pt x="1800860" y="948830"/>
                    <a:pt x="1800860" y="948830"/>
                  </a:cubicBezTo>
                  <a:cubicBezTo>
                    <a:pt x="1800860" y="948830"/>
                    <a:pt x="1805940" y="953910"/>
                    <a:pt x="1808480" y="956450"/>
                  </a:cubicBezTo>
                  <a:cubicBezTo>
                    <a:pt x="1811020" y="957720"/>
                    <a:pt x="1816100" y="962800"/>
                    <a:pt x="1816100" y="962800"/>
                  </a:cubicBezTo>
                  <a:cubicBezTo>
                    <a:pt x="1816100" y="962800"/>
                    <a:pt x="1818640" y="970420"/>
                    <a:pt x="1819910" y="970420"/>
                  </a:cubicBezTo>
                  <a:cubicBezTo>
                    <a:pt x="1823720" y="969150"/>
                    <a:pt x="1821180" y="901840"/>
                    <a:pt x="1821180" y="901840"/>
                  </a:cubicBezTo>
                  <a:cubicBezTo>
                    <a:pt x="1821180" y="901840"/>
                    <a:pt x="1821180" y="894220"/>
                    <a:pt x="1822450" y="891680"/>
                  </a:cubicBezTo>
                  <a:cubicBezTo>
                    <a:pt x="1822450" y="887870"/>
                    <a:pt x="1822450" y="881520"/>
                    <a:pt x="1823720" y="881520"/>
                  </a:cubicBezTo>
                  <a:cubicBezTo>
                    <a:pt x="1823720" y="881520"/>
                    <a:pt x="1824990" y="875170"/>
                    <a:pt x="1826260" y="871360"/>
                  </a:cubicBezTo>
                  <a:cubicBezTo>
                    <a:pt x="1827530" y="868820"/>
                    <a:pt x="1830070" y="862470"/>
                    <a:pt x="1830070" y="862470"/>
                  </a:cubicBezTo>
                  <a:cubicBezTo>
                    <a:pt x="1830070" y="861200"/>
                    <a:pt x="1830070" y="861200"/>
                    <a:pt x="1830070" y="861200"/>
                  </a:cubicBezTo>
                  <a:cubicBezTo>
                    <a:pt x="1830070" y="861200"/>
                    <a:pt x="1833880" y="856120"/>
                    <a:pt x="1836420" y="853580"/>
                  </a:cubicBezTo>
                  <a:cubicBezTo>
                    <a:pt x="1837690" y="851040"/>
                    <a:pt x="1841500" y="844690"/>
                    <a:pt x="1842770" y="844690"/>
                  </a:cubicBezTo>
                  <a:cubicBezTo>
                    <a:pt x="1842770" y="844690"/>
                    <a:pt x="1847850" y="840880"/>
                    <a:pt x="1850390" y="838340"/>
                  </a:cubicBezTo>
                  <a:cubicBezTo>
                    <a:pt x="1852930" y="835800"/>
                    <a:pt x="1858010" y="830720"/>
                    <a:pt x="1858010" y="830720"/>
                  </a:cubicBezTo>
                  <a:cubicBezTo>
                    <a:pt x="1858010" y="830720"/>
                    <a:pt x="1864360" y="828180"/>
                    <a:pt x="1866900" y="826910"/>
                  </a:cubicBezTo>
                  <a:cubicBezTo>
                    <a:pt x="1869440" y="824370"/>
                    <a:pt x="1875790" y="821830"/>
                    <a:pt x="1875790" y="821830"/>
                  </a:cubicBezTo>
                  <a:cubicBezTo>
                    <a:pt x="1875790" y="821830"/>
                    <a:pt x="1882140" y="819290"/>
                    <a:pt x="1885950" y="819290"/>
                  </a:cubicBezTo>
                  <a:cubicBezTo>
                    <a:pt x="1889760" y="818020"/>
                    <a:pt x="1896110" y="816750"/>
                    <a:pt x="1896110" y="816750"/>
                  </a:cubicBezTo>
                  <a:cubicBezTo>
                    <a:pt x="1896110" y="816750"/>
                    <a:pt x="1902460" y="816750"/>
                    <a:pt x="1906270" y="816750"/>
                  </a:cubicBezTo>
                  <a:cubicBezTo>
                    <a:pt x="1910080" y="816750"/>
                    <a:pt x="1916430" y="816750"/>
                    <a:pt x="1916430" y="816750"/>
                  </a:cubicBezTo>
                  <a:cubicBezTo>
                    <a:pt x="1916430" y="816750"/>
                    <a:pt x="1922780" y="818020"/>
                    <a:pt x="1926590" y="819290"/>
                  </a:cubicBezTo>
                  <a:cubicBezTo>
                    <a:pt x="1930400" y="819290"/>
                    <a:pt x="1936750" y="821830"/>
                    <a:pt x="1936750" y="821830"/>
                  </a:cubicBezTo>
                  <a:cubicBezTo>
                    <a:pt x="1936750" y="821830"/>
                    <a:pt x="1944370" y="825640"/>
                    <a:pt x="1945640" y="826910"/>
                  </a:cubicBezTo>
                  <a:cubicBezTo>
                    <a:pt x="1945640" y="826910"/>
                    <a:pt x="1946910" y="826910"/>
                    <a:pt x="1946910" y="826910"/>
                  </a:cubicBezTo>
                  <a:cubicBezTo>
                    <a:pt x="1946910" y="825640"/>
                    <a:pt x="1924050" y="800240"/>
                    <a:pt x="1917700" y="788810"/>
                  </a:cubicBezTo>
                  <a:cubicBezTo>
                    <a:pt x="1913890" y="781190"/>
                    <a:pt x="1911350" y="769760"/>
                    <a:pt x="1908810" y="768490"/>
                  </a:cubicBezTo>
                  <a:cubicBezTo>
                    <a:pt x="1907540" y="767220"/>
                    <a:pt x="1903730" y="769760"/>
                    <a:pt x="1903730" y="769760"/>
                  </a:cubicBezTo>
                  <a:cubicBezTo>
                    <a:pt x="1903730" y="769760"/>
                    <a:pt x="1897380" y="771030"/>
                    <a:pt x="1893570" y="771030"/>
                  </a:cubicBezTo>
                  <a:cubicBezTo>
                    <a:pt x="1889760" y="772300"/>
                    <a:pt x="1883410" y="772300"/>
                    <a:pt x="1883410" y="772300"/>
                  </a:cubicBezTo>
                  <a:cubicBezTo>
                    <a:pt x="1883410" y="772300"/>
                    <a:pt x="1875790" y="772300"/>
                    <a:pt x="1871980" y="771030"/>
                  </a:cubicBezTo>
                  <a:cubicBezTo>
                    <a:pt x="1869440" y="771030"/>
                    <a:pt x="1861820" y="769760"/>
                    <a:pt x="1861820" y="769760"/>
                  </a:cubicBezTo>
                  <a:cubicBezTo>
                    <a:pt x="1861820" y="769760"/>
                    <a:pt x="1855470" y="767220"/>
                    <a:pt x="1851660" y="765950"/>
                  </a:cubicBezTo>
                  <a:cubicBezTo>
                    <a:pt x="1849120" y="764680"/>
                    <a:pt x="1842770" y="763410"/>
                    <a:pt x="1842770" y="762140"/>
                  </a:cubicBezTo>
                  <a:cubicBezTo>
                    <a:pt x="1841500" y="762140"/>
                    <a:pt x="1836420" y="758330"/>
                    <a:pt x="1833880" y="757060"/>
                  </a:cubicBezTo>
                  <a:cubicBezTo>
                    <a:pt x="1830070" y="754520"/>
                    <a:pt x="1824990" y="750710"/>
                    <a:pt x="1824990" y="750710"/>
                  </a:cubicBezTo>
                  <a:cubicBezTo>
                    <a:pt x="1824990" y="750710"/>
                    <a:pt x="1823720" y="748170"/>
                    <a:pt x="1822450" y="748170"/>
                  </a:cubicBezTo>
                  <a:cubicBezTo>
                    <a:pt x="1818640" y="748170"/>
                    <a:pt x="1804670" y="806590"/>
                    <a:pt x="1804670" y="806590"/>
                  </a:cubicBezTo>
                  <a:cubicBezTo>
                    <a:pt x="1804670" y="806590"/>
                    <a:pt x="1803400" y="814210"/>
                    <a:pt x="1803400" y="816750"/>
                  </a:cubicBezTo>
                  <a:cubicBezTo>
                    <a:pt x="1802130" y="820560"/>
                    <a:pt x="1802130" y="828180"/>
                    <a:pt x="1802130" y="828180"/>
                  </a:cubicBezTo>
                  <a:cubicBezTo>
                    <a:pt x="1802130" y="828180"/>
                    <a:pt x="1799590" y="834530"/>
                    <a:pt x="1798320" y="838340"/>
                  </a:cubicBezTo>
                  <a:cubicBezTo>
                    <a:pt x="1797050" y="840880"/>
                    <a:pt x="1794510" y="848500"/>
                    <a:pt x="1794510" y="848500"/>
                  </a:cubicBezTo>
                  <a:cubicBezTo>
                    <a:pt x="1794510" y="848500"/>
                    <a:pt x="1790700" y="853580"/>
                    <a:pt x="1789430" y="857390"/>
                  </a:cubicBezTo>
                  <a:cubicBezTo>
                    <a:pt x="1786890" y="859930"/>
                    <a:pt x="1783080" y="866280"/>
                    <a:pt x="1783080" y="866280"/>
                  </a:cubicBezTo>
                  <a:cubicBezTo>
                    <a:pt x="1783080" y="866280"/>
                    <a:pt x="1778000" y="871360"/>
                    <a:pt x="1775460" y="873900"/>
                  </a:cubicBezTo>
                  <a:cubicBezTo>
                    <a:pt x="1772920" y="876440"/>
                    <a:pt x="1766570" y="880250"/>
                    <a:pt x="1766570" y="880250"/>
                  </a:cubicBezTo>
                  <a:cubicBezTo>
                    <a:pt x="1766570" y="880250"/>
                    <a:pt x="1760220" y="884060"/>
                    <a:pt x="1757680" y="886600"/>
                  </a:cubicBezTo>
                  <a:cubicBezTo>
                    <a:pt x="1753870" y="887870"/>
                    <a:pt x="1748790" y="891680"/>
                    <a:pt x="1748790" y="891680"/>
                  </a:cubicBezTo>
                  <a:cubicBezTo>
                    <a:pt x="1747520" y="891680"/>
                    <a:pt x="1741170" y="892950"/>
                    <a:pt x="1737360" y="894220"/>
                  </a:cubicBezTo>
                  <a:cubicBezTo>
                    <a:pt x="1734820" y="895490"/>
                    <a:pt x="1727200" y="896760"/>
                    <a:pt x="1727200" y="896760"/>
                  </a:cubicBezTo>
                  <a:cubicBezTo>
                    <a:pt x="1727200" y="896760"/>
                    <a:pt x="1719580" y="896760"/>
                    <a:pt x="1717040" y="896760"/>
                  </a:cubicBezTo>
                  <a:cubicBezTo>
                    <a:pt x="1713230" y="896760"/>
                    <a:pt x="1705610" y="896760"/>
                    <a:pt x="1705610" y="896760"/>
                  </a:cubicBezTo>
                  <a:cubicBezTo>
                    <a:pt x="1705610" y="896760"/>
                    <a:pt x="1704340" y="896760"/>
                    <a:pt x="1703070" y="896760"/>
                  </a:cubicBezTo>
                  <a:cubicBezTo>
                    <a:pt x="1703070" y="896760"/>
                    <a:pt x="1703070" y="896760"/>
                    <a:pt x="1701800" y="898030"/>
                  </a:cubicBezTo>
                  <a:cubicBezTo>
                    <a:pt x="1701800" y="898030"/>
                    <a:pt x="1697990" y="900570"/>
                    <a:pt x="1697990" y="900570"/>
                  </a:cubicBezTo>
                  <a:moveTo>
                    <a:pt x="1982470" y="861200"/>
                  </a:moveTo>
                  <a:cubicBezTo>
                    <a:pt x="1982470" y="862470"/>
                    <a:pt x="1982470" y="862470"/>
                    <a:pt x="1982470" y="862470"/>
                  </a:cubicBezTo>
                  <a:cubicBezTo>
                    <a:pt x="1982470" y="862470"/>
                    <a:pt x="1982470" y="861200"/>
                    <a:pt x="1982470" y="861200"/>
                  </a:cubicBezTo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</p:grpSp>
      <p:sp>
        <p:nvSpPr>
          <p:cNvPr name="Freeform 99" id="99"/>
          <p:cNvSpPr/>
          <p:nvPr/>
        </p:nvSpPr>
        <p:spPr>
          <a:xfrm flipH="false" flipV="false" rot="0">
            <a:off x="10519101" y="2632030"/>
            <a:ext cx="1304380" cy="1304380"/>
          </a:xfrm>
          <a:custGeom>
            <a:avLst/>
            <a:gdLst/>
            <a:ahLst/>
            <a:cxnLst/>
            <a:rect r="r" b="b" t="t" l="l"/>
            <a:pathLst>
              <a:path h="1304380" w="1304380">
                <a:moveTo>
                  <a:pt x="0" y="0"/>
                </a:moveTo>
                <a:lnTo>
                  <a:pt x="1304380" y="0"/>
                </a:lnTo>
                <a:lnTo>
                  <a:pt x="1304380" y="1304380"/>
                </a:lnTo>
                <a:lnTo>
                  <a:pt x="0" y="130438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Freeform 100" id="100"/>
          <p:cNvSpPr/>
          <p:nvPr/>
        </p:nvSpPr>
        <p:spPr>
          <a:xfrm flipH="false" flipV="false" rot="0">
            <a:off x="12729888" y="2615869"/>
            <a:ext cx="1359218" cy="1348912"/>
          </a:xfrm>
          <a:custGeom>
            <a:avLst/>
            <a:gdLst/>
            <a:ahLst/>
            <a:cxnLst/>
            <a:rect r="r" b="b" t="t" l="l"/>
            <a:pathLst>
              <a:path h="1348912" w="1359218">
                <a:moveTo>
                  <a:pt x="0" y="0"/>
                </a:moveTo>
                <a:lnTo>
                  <a:pt x="1359217" y="0"/>
                </a:lnTo>
                <a:lnTo>
                  <a:pt x="1359217" y="1348912"/>
                </a:lnTo>
                <a:lnTo>
                  <a:pt x="0" y="1348912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-56765" t="-20994" r="-62384" b="-3470"/>
            </a:stretch>
          </a:blipFill>
        </p:spPr>
      </p:sp>
      <p:sp>
        <p:nvSpPr>
          <p:cNvPr name="Freeform 101" id="101"/>
          <p:cNvSpPr/>
          <p:nvPr/>
        </p:nvSpPr>
        <p:spPr>
          <a:xfrm flipH="false" flipV="false" rot="0">
            <a:off x="14975825" y="2615869"/>
            <a:ext cx="1370616" cy="1302716"/>
          </a:xfrm>
          <a:custGeom>
            <a:avLst/>
            <a:gdLst/>
            <a:ahLst/>
            <a:cxnLst/>
            <a:rect r="r" b="b" t="t" l="l"/>
            <a:pathLst>
              <a:path h="1302716" w="1370616">
                <a:moveTo>
                  <a:pt x="0" y="0"/>
                </a:moveTo>
                <a:lnTo>
                  <a:pt x="1370616" y="0"/>
                </a:lnTo>
                <a:lnTo>
                  <a:pt x="1370616" y="1302716"/>
                </a:lnTo>
                <a:lnTo>
                  <a:pt x="0" y="1302716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-23150" t="-29105" r="-21733" b="-23329"/>
            </a:stretch>
          </a:blipFill>
        </p:spPr>
      </p:sp>
      <p:grpSp>
        <p:nvGrpSpPr>
          <p:cNvPr name="Group 102" id="102"/>
          <p:cNvGrpSpPr/>
          <p:nvPr/>
        </p:nvGrpSpPr>
        <p:grpSpPr>
          <a:xfrm rot="0">
            <a:off x="1135380" y="1472908"/>
            <a:ext cx="7209927" cy="3678809"/>
            <a:chOff x="0" y="0"/>
            <a:chExt cx="1898911" cy="968904"/>
          </a:xfrm>
        </p:grpSpPr>
        <p:sp>
          <p:nvSpPr>
            <p:cNvPr name="Freeform 103" id="103"/>
            <p:cNvSpPr/>
            <p:nvPr/>
          </p:nvSpPr>
          <p:spPr>
            <a:xfrm flipH="false" flipV="false" rot="0">
              <a:off x="0" y="0"/>
              <a:ext cx="1898911" cy="968904"/>
            </a:xfrm>
            <a:custGeom>
              <a:avLst/>
              <a:gdLst/>
              <a:ahLst/>
              <a:cxnLst/>
              <a:rect r="r" b="b" t="t" l="l"/>
              <a:pathLst>
                <a:path h="968904" w="1898911">
                  <a:moveTo>
                    <a:pt x="19328" y="0"/>
                  </a:moveTo>
                  <a:lnTo>
                    <a:pt x="1879583" y="0"/>
                  </a:lnTo>
                  <a:cubicBezTo>
                    <a:pt x="1884709" y="0"/>
                    <a:pt x="1889625" y="2036"/>
                    <a:pt x="1893250" y="5661"/>
                  </a:cubicBezTo>
                  <a:cubicBezTo>
                    <a:pt x="1896875" y="9286"/>
                    <a:pt x="1898911" y="14202"/>
                    <a:pt x="1898911" y="19328"/>
                  </a:cubicBezTo>
                  <a:lnTo>
                    <a:pt x="1898911" y="949576"/>
                  </a:lnTo>
                  <a:cubicBezTo>
                    <a:pt x="1898911" y="954702"/>
                    <a:pt x="1896875" y="959619"/>
                    <a:pt x="1893250" y="963243"/>
                  </a:cubicBezTo>
                  <a:cubicBezTo>
                    <a:pt x="1889625" y="966868"/>
                    <a:pt x="1884709" y="968904"/>
                    <a:pt x="1879583" y="968904"/>
                  </a:cubicBezTo>
                  <a:lnTo>
                    <a:pt x="19328" y="968904"/>
                  </a:lnTo>
                  <a:cubicBezTo>
                    <a:pt x="14202" y="968904"/>
                    <a:pt x="9286" y="966868"/>
                    <a:pt x="5661" y="963243"/>
                  </a:cubicBezTo>
                  <a:cubicBezTo>
                    <a:pt x="2036" y="959619"/>
                    <a:pt x="0" y="954702"/>
                    <a:pt x="0" y="949576"/>
                  </a:cubicBezTo>
                  <a:lnTo>
                    <a:pt x="0" y="19328"/>
                  </a:lnTo>
                  <a:cubicBezTo>
                    <a:pt x="0" y="14202"/>
                    <a:pt x="2036" y="9286"/>
                    <a:pt x="5661" y="5661"/>
                  </a:cubicBezTo>
                  <a:cubicBezTo>
                    <a:pt x="9286" y="2036"/>
                    <a:pt x="14202" y="0"/>
                    <a:pt x="19328" y="0"/>
                  </a:cubicBezTo>
                  <a:close/>
                </a:path>
              </a:pathLst>
            </a:custGeom>
            <a:ln w="28575" cap="sq">
              <a:solidFill>
                <a:srgbClr val="CE2216"/>
              </a:solidFill>
              <a:prstDash val="solid"/>
              <a:miter/>
            </a:ln>
          </p:spPr>
        </p:sp>
        <p:sp>
          <p:nvSpPr>
            <p:cNvPr name="TextBox 104" id="104"/>
            <p:cNvSpPr txBox="true"/>
            <p:nvPr/>
          </p:nvSpPr>
          <p:spPr>
            <a:xfrm>
              <a:off x="0" y="-47625"/>
              <a:ext cx="1898911" cy="101652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8"/>
                </a:lnSpc>
              </a:pPr>
            </a:p>
          </p:txBody>
        </p:sp>
      </p:grpSp>
      <p:grpSp>
        <p:nvGrpSpPr>
          <p:cNvPr name="Group 105" id="105"/>
          <p:cNvGrpSpPr/>
          <p:nvPr/>
        </p:nvGrpSpPr>
        <p:grpSpPr>
          <a:xfrm rot="0">
            <a:off x="9804533" y="1472908"/>
            <a:ext cx="7266421" cy="3662019"/>
            <a:chOff x="0" y="0"/>
            <a:chExt cx="1913790" cy="964482"/>
          </a:xfrm>
        </p:grpSpPr>
        <p:sp>
          <p:nvSpPr>
            <p:cNvPr name="Freeform 106" id="106"/>
            <p:cNvSpPr/>
            <p:nvPr/>
          </p:nvSpPr>
          <p:spPr>
            <a:xfrm flipH="false" flipV="false" rot="0">
              <a:off x="0" y="0"/>
              <a:ext cx="1913790" cy="964482"/>
            </a:xfrm>
            <a:custGeom>
              <a:avLst/>
              <a:gdLst/>
              <a:ahLst/>
              <a:cxnLst/>
              <a:rect r="r" b="b" t="t" l="l"/>
              <a:pathLst>
                <a:path h="964482" w="1913790">
                  <a:moveTo>
                    <a:pt x="19178" y="0"/>
                  </a:moveTo>
                  <a:lnTo>
                    <a:pt x="1894612" y="0"/>
                  </a:lnTo>
                  <a:cubicBezTo>
                    <a:pt x="1905204" y="0"/>
                    <a:pt x="1913790" y="8586"/>
                    <a:pt x="1913790" y="19178"/>
                  </a:cubicBezTo>
                  <a:lnTo>
                    <a:pt x="1913790" y="945305"/>
                  </a:lnTo>
                  <a:cubicBezTo>
                    <a:pt x="1913790" y="950391"/>
                    <a:pt x="1911770" y="955269"/>
                    <a:pt x="1908173" y="958865"/>
                  </a:cubicBezTo>
                  <a:cubicBezTo>
                    <a:pt x="1904576" y="962462"/>
                    <a:pt x="1899698" y="964482"/>
                    <a:pt x="1894612" y="964482"/>
                  </a:cubicBezTo>
                  <a:lnTo>
                    <a:pt x="19178" y="964482"/>
                  </a:lnTo>
                  <a:cubicBezTo>
                    <a:pt x="14092" y="964482"/>
                    <a:pt x="9214" y="962462"/>
                    <a:pt x="5617" y="958865"/>
                  </a:cubicBezTo>
                  <a:cubicBezTo>
                    <a:pt x="2021" y="955269"/>
                    <a:pt x="0" y="950391"/>
                    <a:pt x="0" y="945305"/>
                  </a:cubicBezTo>
                  <a:lnTo>
                    <a:pt x="0" y="19178"/>
                  </a:lnTo>
                  <a:cubicBezTo>
                    <a:pt x="0" y="14092"/>
                    <a:pt x="2021" y="9214"/>
                    <a:pt x="5617" y="5617"/>
                  </a:cubicBezTo>
                  <a:cubicBezTo>
                    <a:pt x="9214" y="2021"/>
                    <a:pt x="14092" y="0"/>
                    <a:pt x="19178" y="0"/>
                  </a:cubicBezTo>
                  <a:close/>
                </a:path>
              </a:pathLst>
            </a:custGeom>
            <a:ln w="28575" cap="sq">
              <a:solidFill>
                <a:srgbClr val="11863C"/>
              </a:solidFill>
              <a:prstDash val="solid"/>
              <a:miter/>
            </a:ln>
          </p:spPr>
        </p:sp>
        <p:sp>
          <p:nvSpPr>
            <p:cNvPr name="TextBox 107" id="107"/>
            <p:cNvSpPr txBox="true"/>
            <p:nvPr/>
          </p:nvSpPr>
          <p:spPr>
            <a:xfrm>
              <a:off x="0" y="-47625"/>
              <a:ext cx="1913790" cy="10121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8"/>
                </a:lnSpc>
              </a:pPr>
            </a:p>
          </p:txBody>
        </p:sp>
      </p:grpSp>
      <p:grpSp>
        <p:nvGrpSpPr>
          <p:cNvPr name="Group 108" id="108"/>
          <p:cNvGrpSpPr/>
          <p:nvPr/>
        </p:nvGrpSpPr>
        <p:grpSpPr>
          <a:xfrm rot="0">
            <a:off x="12355830" y="2091690"/>
            <a:ext cx="2108835" cy="2804160"/>
            <a:chOff x="0" y="0"/>
            <a:chExt cx="555413" cy="738544"/>
          </a:xfrm>
        </p:grpSpPr>
        <p:sp>
          <p:nvSpPr>
            <p:cNvPr name="Freeform 109" id="109"/>
            <p:cNvSpPr/>
            <p:nvPr/>
          </p:nvSpPr>
          <p:spPr>
            <a:xfrm flipH="false" flipV="false" rot="0">
              <a:off x="0" y="0"/>
              <a:ext cx="555413" cy="738544"/>
            </a:xfrm>
            <a:custGeom>
              <a:avLst/>
              <a:gdLst/>
              <a:ahLst/>
              <a:cxnLst/>
              <a:rect r="r" b="b" t="t" l="l"/>
              <a:pathLst>
                <a:path h="738544" w="555413">
                  <a:moveTo>
                    <a:pt x="0" y="0"/>
                  </a:moveTo>
                  <a:lnTo>
                    <a:pt x="555413" y="0"/>
                  </a:lnTo>
                  <a:lnTo>
                    <a:pt x="555413" y="738544"/>
                  </a:lnTo>
                  <a:lnTo>
                    <a:pt x="0" y="738544"/>
                  </a:lnTo>
                  <a:close/>
                </a:path>
              </a:pathLst>
            </a:custGeom>
            <a:ln w="11430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name="TextBox 110" id="110"/>
            <p:cNvSpPr txBox="true"/>
            <p:nvPr/>
          </p:nvSpPr>
          <p:spPr>
            <a:xfrm>
              <a:off x="0" y="-47625"/>
              <a:ext cx="555413" cy="78616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8"/>
                </a:lnSpc>
              </a:pPr>
            </a:p>
          </p:txBody>
        </p:sp>
      </p:grpSp>
      <p:grpSp>
        <p:nvGrpSpPr>
          <p:cNvPr name="Group 111" id="111"/>
          <p:cNvGrpSpPr/>
          <p:nvPr/>
        </p:nvGrpSpPr>
        <p:grpSpPr>
          <a:xfrm rot="0">
            <a:off x="10097907" y="2050256"/>
            <a:ext cx="2108835" cy="2804160"/>
            <a:chOff x="0" y="0"/>
            <a:chExt cx="555413" cy="738544"/>
          </a:xfrm>
        </p:grpSpPr>
        <p:sp>
          <p:nvSpPr>
            <p:cNvPr name="Freeform 112" id="112"/>
            <p:cNvSpPr/>
            <p:nvPr/>
          </p:nvSpPr>
          <p:spPr>
            <a:xfrm flipH="false" flipV="false" rot="0">
              <a:off x="0" y="0"/>
              <a:ext cx="555413" cy="738544"/>
            </a:xfrm>
            <a:custGeom>
              <a:avLst/>
              <a:gdLst/>
              <a:ahLst/>
              <a:cxnLst/>
              <a:rect r="r" b="b" t="t" l="l"/>
              <a:pathLst>
                <a:path h="738544" w="555413">
                  <a:moveTo>
                    <a:pt x="0" y="0"/>
                  </a:moveTo>
                  <a:lnTo>
                    <a:pt x="555413" y="0"/>
                  </a:lnTo>
                  <a:lnTo>
                    <a:pt x="555413" y="738544"/>
                  </a:lnTo>
                  <a:lnTo>
                    <a:pt x="0" y="738544"/>
                  </a:lnTo>
                  <a:close/>
                </a:path>
              </a:pathLst>
            </a:custGeom>
            <a:ln w="11430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name="TextBox 113" id="113"/>
            <p:cNvSpPr txBox="true"/>
            <p:nvPr/>
          </p:nvSpPr>
          <p:spPr>
            <a:xfrm>
              <a:off x="0" y="-47625"/>
              <a:ext cx="555413" cy="78616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8"/>
                </a:lnSpc>
              </a:pPr>
            </a:p>
          </p:txBody>
        </p:sp>
      </p:grpSp>
      <p:grpSp>
        <p:nvGrpSpPr>
          <p:cNvPr name="Group 114" id="114"/>
          <p:cNvGrpSpPr/>
          <p:nvPr/>
        </p:nvGrpSpPr>
        <p:grpSpPr>
          <a:xfrm rot="0">
            <a:off x="14657070" y="2091690"/>
            <a:ext cx="2108835" cy="2804160"/>
            <a:chOff x="0" y="0"/>
            <a:chExt cx="555413" cy="738544"/>
          </a:xfrm>
        </p:grpSpPr>
        <p:sp>
          <p:nvSpPr>
            <p:cNvPr name="Freeform 115" id="115"/>
            <p:cNvSpPr/>
            <p:nvPr/>
          </p:nvSpPr>
          <p:spPr>
            <a:xfrm flipH="false" flipV="false" rot="0">
              <a:off x="0" y="0"/>
              <a:ext cx="555413" cy="738544"/>
            </a:xfrm>
            <a:custGeom>
              <a:avLst/>
              <a:gdLst/>
              <a:ahLst/>
              <a:cxnLst/>
              <a:rect r="r" b="b" t="t" l="l"/>
              <a:pathLst>
                <a:path h="738544" w="555413">
                  <a:moveTo>
                    <a:pt x="0" y="0"/>
                  </a:moveTo>
                  <a:lnTo>
                    <a:pt x="555413" y="0"/>
                  </a:lnTo>
                  <a:lnTo>
                    <a:pt x="555413" y="738544"/>
                  </a:lnTo>
                  <a:lnTo>
                    <a:pt x="0" y="738544"/>
                  </a:lnTo>
                  <a:close/>
                </a:path>
              </a:pathLst>
            </a:custGeom>
            <a:ln w="11430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name="TextBox 116" id="116"/>
            <p:cNvSpPr txBox="true"/>
            <p:nvPr/>
          </p:nvSpPr>
          <p:spPr>
            <a:xfrm>
              <a:off x="0" y="-47625"/>
              <a:ext cx="555413" cy="78616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8"/>
                </a:lnSpc>
              </a:pPr>
            </a:p>
          </p:txBody>
        </p:sp>
      </p:grpSp>
      <p:grpSp>
        <p:nvGrpSpPr>
          <p:cNvPr name="Group 117" id="117"/>
          <p:cNvGrpSpPr/>
          <p:nvPr/>
        </p:nvGrpSpPr>
        <p:grpSpPr>
          <a:xfrm rot="0">
            <a:off x="10097907" y="2091690"/>
            <a:ext cx="2108835" cy="2840355"/>
            <a:chOff x="0" y="0"/>
            <a:chExt cx="555413" cy="748077"/>
          </a:xfrm>
        </p:grpSpPr>
        <p:sp>
          <p:nvSpPr>
            <p:cNvPr name="Freeform 118" id="118"/>
            <p:cNvSpPr/>
            <p:nvPr/>
          </p:nvSpPr>
          <p:spPr>
            <a:xfrm flipH="false" flipV="false" rot="0">
              <a:off x="0" y="0"/>
              <a:ext cx="555413" cy="748077"/>
            </a:xfrm>
            <a:custGeom>
              <a:avLst/>
              <a:gdLst/>
              <a:ahLst/>
              <a:cxnLst/>
              <a:rect r="r" b="b" t="t" l="l"/>
              <a:pathLst>
                <a:path h="748077" w="555413">
                  <a:moveTo>
                    <a:pt x="33041" y="0"/>
                  </a:moveTo>
                  <a:lnTo>
                    <a:pt x="522373" y="0"/>
                  </a:lnTo>
                  <a:cubicBezTo>
                    <a:pt x="540621" y="0"/>
                    <a:pt x="555413" y="14793"/>
                    <a:pt x="555413" y="33041"/>
                  </a:cubicBezTo>
                  <a:lnTo>
                    <a:pt x="555413" y="715036"/>
                  </a:lnTo>
                  <a:cubicBezTo>
                    <a:pt x="555413" y="733284"/>
                    <a:pt x="540621" y="748077"/>
                    <a:pt x="522373" y="748077"/>
                  </a:cubicBezTo>
                  <a:lnTo>
                    <a:pt x="33041" y="748077"/>
                  </a:lnTo>
                  <a:cubicBezTo>
                    <a:pt x="14793" y="748077"/>
                    <a:pt x="0" y="733284"/>
                    <a:pt x="0" y="715036"/>
                  </a:cubicBezTo>
                  <a:lnTo>
                    <a:pt x="0" y="33041"/>
                  </a:lnTo>
                  <a:cubicBezTo>
                    <a:pt x="0" y="14793"/>
                    <a:pt x="14793" y="0"/>
                    <a:pt x="33041" y="0"/>
                  </a:cubicBezTo>
                  <a:close/>
                </a:path>
              </a:pathLst>
            </a:custGeom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119" id="119"/>
            <p:cNvSpPr txBox="true"/>
            <p:nvPr/>
          </p:nvSpPr>
          <p:spPr>
            <a:xfrm>
              <a:off x="0" y="-47625"/>
              <a:ext cx="555413" cy="79570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8"/>
                </a:lnSpc>
              </a:pPr>
            </a:p>
          </p:txBody>
        </p:sp>
      </p:grpSp>
      <p:grpSp>
        <p:nvGrpSpPr>
          <p:cNvPr name="Group 120" id="120"/>
          <p:cNvGrpSpPr/>
          <p:nvPr/>
        </p:nvGrpSpPr>
        <p:grpSpPr>
          <a:xfrm rot="0">
            <a:off x="12349617" y="2080054"/>
            <a:ext cx="2108835" cy="2840355"/>
            <a:chOff x="0" y="0"/>
            <a:chExt cx="555413" cy="748077"/>
          </a:xfrm>
        </p:grpSpPr>
        <p:sp>
          <p:nvSpPr>
            <p:cNvPr name="Freeform 121" id="121"/>
            <p:cNvSpPr/>
            <p:nvPr/>
          </p:nvSpPr>
          <p:spPr>
            <a:xfrm flipH="false" flipV="false" rot="0">
              <a:off x="0" y="0"/>
              <a:ext cx="555413" cy="748077"/>
            </a:xfrm>
            <a:custGeom>
              <a:avLst/>
              <a:gdLst/>
              <a:ahLst/>
              <a:cxnLst/>
              <a:rect r="r" b="b" t="t" l="l"/>
              <a:pathLst>
                <a:path h="748077" w="555413">
                  <a:moveTo>
                    <a:pt x="33041" y="0"/>
                  </a:moveTo>
                  <a:lnTo>
                    <a:pt x="522373" y="0"/>
                  </a:lnTo>
                  <a:cubicBezTo>
                    <a:pt x="540621" y="0"/>
                    <a:pt x="555413" y="14793"/>
                    <a:pt x="555413" y="33041"/>
                  </a:cubicBezTo>
                  <a:lnTo>
                    <a:pt x="555413" y="715036"/>
                  </a:lnTo>
                  <a:cubicBezTo>
                    <a:pt x="555413" y="733284"/>
                    <a:pt x="540621" y="748077"/>
                    <a:pt x="522373" y="748077"/>
                  </a:cubicBezTo>
                  <a:lnTo>
                    <a:pt x="33041" y="748077"/>
                  </a:lnTo>
                  <a:cubicBezTo>
                    <a:pt x="14793" y="748077"/>
                    <a:pt x="0" y="733284"/>
                    <a:pt x="0" y="715036"/>
                  </a:cubicBezTo>
                  <a:lnTo>
                    <a:pt x="0" y="33041"/>
                  </a:lnTo>
                  <a:cubicBezTo>
                    <a:pt x="0" y="14793"/>
                    <a:pt x="14793" y="0"/>
                    <a:pt x="33041" y="0"/>
                  </a:cubicBezTo>
                  <a:close/>
                </a:path>
              </a:pathLst>
            </a:custGeom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122" id="122"/>
            <p:cNvSpPr txBox="true"/>
            <p:nvPr/>
          </p:nvSpPr>
          <p:spPr>
            <a:xfrm>
              <a:off x="0" y="-47625"/>
              <a:ext cx="555413" cy="79570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8"/>
                </a:lnSpc>
              </a:pPr>
            </a:p>
          </p:txBody>
        </p:sp>
      </p:grpSp>
      <p:grpSp>
        <p:nvGrpSpPr>
          <p:cNvPr name="Group 123" id="123"/>
          <p:cNvGrpSpPr/>
          <p:nvPr/>
        </p:nvGrpSpPr>
        <p:grpSpPr>
          <a:xfrm rot="0">
            <a:off x="14617065" y="2073593"/>
            <a:ext cx="2108835" cy="2840355"/>
            <a:chOff x="0" y="0"/>
            <a:chExt cx="555413" cy="748077"/>
          </a:xfrm>
        </p:grpSpPr>
        <p:sp>
          <p:nvSpPr>
            <p:cNvPr name="Freeform 124" id="124"/>
            <p:cNvSpPr/>
            <p:nvPr/>
          </p:nvSpPr>
          <p:spPr>
            <a:xfrm flipH="false" flipV="false" rot="0">
              <a:off x="0" y="0"/>
              <a:ext cx="555413" cy="748077"/>
            </a:xfrm>
            <a:custGeom>
              <a:avLst/>
              <a:gdLst/>
              <a:ahLst/>
              <a:cxnLst/>
              <a:rect r="r" b="b" t="t" l="l"/>
              <a:pathLst>
                <a:path h="748077" w="555413">
                  <a:moveTo>
                    <a:pt x="33041" y="0"/>
                  </a:moveTo>
                  <a:lnTo>
                    <a:pt x="522373" y="0"/>
                  </a:lnTo>
                  <a:cubicBezTo>
                    <a:pt x="540621" y="0"/>
                    <a:pt x="555413" y="14793"/>
                    <a:pt x="555413" y="33041"/>
                  </a:cubicBezTo>
                  <a:lnTo>
                    <a:pt x="555413" y="715036"/>
                  </a:lnTo>
                  <a:cubicBezTo>
                    <a:pt x="555413" y="733284"/>
                    <a:pt x="540621" y="748077"/>
                    <a:pt x="522373" y="748077"/>
                  </a:cubicBezTo>
                  <a:lnTo>
                    <a:pt x="33041" y="748077"/>
                  </a:lnTo>
                  <a:cubicBezTo>
                    <a:pt x="14793" y="748077"/>
                    <a:pt x="0" y="733284"/>
                    <a:pt x="0" y="715036"/>
                  </a:cubicBezTo>
                  <a:lnTo>
                    <a:pt x="0" y="33041"/>
                  </a:lnTo>
                  <a:cubicBezTo>
                    <a:pt x="0" y="14793"/>
                    <a:pt x="14793" y="0"/>
                    <a:pt x="33041" y="0"/>
                  </a:cubicBezTo>
                  <a:close/>
                </a:path>
              </a:pathLst>
            </a:custGeom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125" id="125"/>
            <p:cNvSpPr txBox="true"/>
            <p:nvPr/>
          </p:nvSpPr>
          <p:spPr>
            <a:xfrm>
              <a:off x="0" y="-47625"/>
              <a:ext cx="555413" cy="79570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8"/>
                </a:lnSpc>
              </a:pPr>
            </a:p>
          </p:txBody>
        </p:sp>
      </p:grpSp>
      <p:grpSp>
        <p:nvGrpSpPr>
          <p:cNvPr name="Group 126" id="126"/>
          <p:cNvGrpSpPr/>
          <p:nvPr/>
        </p:nvGrpSpPr>
        <p:grpSpPr>
          <a:xfrm rot="0">
            <a:off x="11823481" y="1731645"/>
            <a:ext cx="3086100" cy="318611"/>
            <a:chOff x="0" y="0"/>
            <a:chExt cx="812800" cy="83914"/>
          </a:xfrm>
        </p:grpSpPr>
        <p:sp>
          <p:nvSpPr>
            <p:cNvPr name="Freeform 127" id="127"/>
            <p:cNvSpPr/>
            <p:nvPr/>
          </p:nvSpPr>
          <p:spPr>
            <a:xfrm flipH="false" flipV="false" rot="0">
              <a:off x="0" y="0"/>
              <a:ext cx="812800" cy="83914"/>
            </a:xfrm>
            <a:custGeom>
              <a:avLst/>
              <a:gdLst/>
              <a:ahLst/>
              <a:cxnLst/>
              <a:rect r="r" b="b" t="t" l="l"/>
              <a:pathLst>
                <a:path h="83914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83914"/>
                  </a:lnTo>
                  <a:lnTo>
                    <a:pt x="0" y="83914"/>
                  </a:lnTo>
                  <a:close/>
                </a:path>
              </a:pathLst>
            </a:custGeom>
            <a:solidFill>
              <a:srgbClr val="FFFEFC"/>
            </a:solidFill>
          </p:spPr>
        </p:sp>
        <p:sp>
          <p:nvSpPr>
            <p:cNvPr name="TextBox 128" id="128"/>
            <p:cNvSpPr txBox="true"/>
            <p:nvPr/>
          </p:nvSpPr>
          <p:spPr>
            <a:xfrm>
              <a:off x="0" y="-47625"/>
              <a:ext cx="812800" cy="13153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8"/>
                </a:lnSpc>
              </a:pPr>
            </a:p>
          </p:txBody>
        </p:sp>
      </p:grpSp>
      <p:sp>
        <p:nvSpPr>
          <p:cNvPr name="TextBox 129" id="129"/>
          <p:cNvSpPr txBox="true"/>
          <p:nvPr/>
        </p:nvSpPr>
        <p:spPr>
          <a:xfrm rot="0">
            <a:off x="4535100" y="42364"/>
            <a:ext cx="8907833" cy="7575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019"/>
              </a:lnSpc>
              <a:spcBef>
                <a:spcPct val="0"/>
              </a:spcBef>
            </a:pPr>
            <a:r>
              <a:rPr lang="en-US" b="true" sz="4299" u="sng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FEASIBILITY AND VIABILITY</a:t>
            </a:r>
          </a:p>
        </p:txBody>
      </p:sp>
      <p:sp>
        <p:nvSpPr>
          <p:cNvPr name="TextBox 130" id="130"/>
          <p:cNvSpPr txBox="true"/>
          <p:nvPr/>
        </p:nvSpPr>
        <p:spPr>
          <a:xfrm rot="0">
            <a:off x="1737824" y="7414085"/>
            <a:ext cx="3894337" cy="2163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93"/>
              </a:lnSpc>
            </a:pPr>
            <a:r>
              <a:rPr lang="en-US" sz="1923" b="true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Technical</a:t>
            </a:r>
          </a:p>
          <a:p>
            <a:pPr algn="ctr">
              <a:lnSpc>
                <a:spcPts val="2424"/>
              </a:lnSpc>
            </a:pPr>
            <a:r>
              <a:rPr lang="en-US" sz="173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Built on a mature open-source stack (Next.js, FastAPI, PostgreSQL). Enforces access control via REST endpoints and uses schema-validated AI output to prevent invalid categorizations.</a:t>
            </a:r>
          </a:p>
        </p:txBody>
      </p:sp>
      <p:sp>
        <p:nvSpPr>
          <p:cNvPr name="TextBox 131" id="131"/>
          <p:cNvSpPr txBox="true"/>
          <p:nvPr/>
        </p:nvSpPr>
        <p:spPr>
          <a:xfrm rot="0">
            <a:off x="6958122" y="7368093"/>
            <a:ext cx="4061787" cy="22553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8"/>
              </a:lnSpc>
            </a:pPr>
            <a:r>
              <a:rPr lang="en-US" sz="2106" b="true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Economic</a:t>
            </a:r>
          </a:p>
          <a:p>
            <a:pPr algn="ctr">
              <a:lnSpc>
                <a:spcPts val="2528"/>
              </a:lnSpc>
            </a:pPr>
            <a:r>
              <a:rPr lang="en-US" sz="1806" b="true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 </a:t>
            </a:r>
            <a:r>
              <a:rPr lang="en-US" sz="1806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Cost-effective through open-source technologies and usage-based scaling via Cloud Run and Vercel. Reduces manual triage workloads while leaving all final decisions to authorized human officials.</a:t>
            </a:r>
          </a:p>
        </p:txBody>
      </p:sp>
      <p:sp>
        <p:nvSpPr>
          <p:cNvPr name="TextBox 132" id="132"/>
          <p:cNvSpPr txBox="true"/>
          <p:nvPr/>
        </p:nvSpPr>
        <p:spPr>
          <a:xfrm rot="0">
            <a:off x="12454830" y="7322101"/>
            <a:ext cx="3744800" cy="22553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8"/>
              </a:lnSpc>
            </a:pPr>
            <a:r>
              <a:rPr lang="en-US" sz="2106" b="true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Operational</a:t>
            </a:r>
          </a:p>
          <a:p>
            <a:pPr algn="ctr">
              <a:lnSpc>
                <a:spcPts val="2528"/>
              </a:lnSpc>
              <a:spcBef>
                <a:spcPct val="0"/>
              </a:spcBef>
            </a:pPr>
            <a:r>
              <a:rPr lang="en-US" sz="1806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Integrates naturally by providing separate, dedicated workspaces for citizens, government, universities, and industry. Built-in notifications handle coordination without needing complex real-time external services.</a:t>
            </a:r>
          </a:p>
        </p:txBody>
      </p:sp>
      <p:sp>
        <p:nvSpPr>
          <p:cNvPr name="TextBox 133" id="133"/>
          <p:cNvSpPr txBox="true"/>
          <p:nvPr/>
        </p:nvSpPr>
        <p:spPr>
          <a:xfrm rot="0">
            <a:off x="-185833" y="393289"/>
            <a:ext cx="2802446" cy="4075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60"/>
              </a:lnSpc>
              <a:spcBef>
                <a:spcPct val="0"/>
              </a:spcBef>
            </a:pPr>
            <a:r>
              <a:rPr lang="en-US" b="true" sz="2328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BilluSena</a:t>
            </a:r>
          </a:p>
        </p:txBody>
      </p:sp>
      <p:grpSp>
        <p:nvGrpSpPr>
          <p:cNvPr name="Group 134" id="134"/>
          <p:cNvGrpSpPr/>
          <p:nvPr/>
        </p:nvGrpSpPr>
        <p:grpSpPr>
          <a:xfrm rot="0">
            <a:off x="3214561" y="1659017"/>
            <a:ext cx="3086100" cy="298609"/>
            <a:chOff x="0" y="0"/>
            <a:chExt cx="812800" cy="78646"/>
          </a:xfrm>
        </p:grpSpPr>
        <p:sp>
          <p:nvSpPr>
            <p:cNvPr name="Freeform 135" id="135"/>
            <p:cNvSpPr/>
            <p:nvPr/>
          </p:nvSpPr>
          <p:spPr>
            <a:xfrm flipH="false" flipV="false" rot="0">
              <a:off x="0" y="0"/>
              <a:ext cx="812800" cy="78646"/>
            </a:xfrm>
            <a:custGeom>
              <a:avLst/>
              <a:gdLst/>
              <a:ahLst/>
              <a:cxnLst/>
              <a:rect r="r" b="b" t="t" l="l"/>
              <a:pathLst>
                <a:path h="78646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78646"/>
                  </a:lnTo>
                  <a:lnTo>
                    <a:pt x="0" y="78646"/>
                  </a:lnTo>
                  <a:close/>
                </a:path>
              </a:pathLst>
            </a:custGeom>
            <a:solidFill>
              <a:srgbClr val="FFFEFC"/>
            </a:solidFill>
          </p:spPr>
        </p:sp>
        <p:sp>
          <p:nvSpPr>
            <p:cNvPr name="TextBox 136" id="136"/>
            <p:cNvSpPr txBox="true"/>
            <p:nvPr/>
          </p:nvSpPr>
          <p:spPr>
            <a:xfrm>
              <a:off x="0" y="-47625"/>
              <a:ext cx="812800" cy="12627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8"/>
                </a:lnSpc>
              </a:pPr>
            </a:p>
          </p:txBody>
        </p:sp>
      </p:grpSp>
      <p:sp>
        <p:nvSpPr>
          <p:cNvPr name="TextBox 137" id="137"/>
          <p:cNvSpPr txBox="true"/>
          <p:nvPr/>
        </p:nvSpPr>
        <p:spPr>
          <a:xfrm rot="0">
            <a:off x="11980009" y="1558293"/>
            <a:ext cx="2860477" cy="3490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8"/>
              </a:lnSpc>
              <a:spcBef>
                <a:spcPct val="0"/>
              </a:spcBef>
            </a:pPr>
            <a:r>
              <a:rPr lang="en-US" b="true" sz="2006">
                <a:solidFill>
                  <a:srgbClr val="006E29"/>
                </a:solidFill>
                <a:latin typeface="Arial Bold"/>
                <a:ea typeface="Arial Bold"/>
                <a:cs typeface="Arial Bold"/>
                <a:sym typeface="Arial Bold"/>
              </a:rPr>
              <a:t>Strategies to Overcome</a:t>
            </a:r>
          </a:p>
        </p:txBody>
      </p:sp>
      <p:sp>
        <p:nvSpPr>
          <p:cNvPr name="TextBox 138" id="138"/>
          <p:cNvSpPr txBox="true"/>
          <p:nvPr/>
        </p:nvSpPr>
        <p:spPr>
          <a:xfrm rot="0">
            <a:off x="2944825" y="1558293"/>
            <a:ext cx="3511525" cy="3490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8"/>
              </a:lnSpc>
              <a:spcBef>
                <a:spcPct val="0"/>
              </a:spcBef>
            </a:pPr>
            <a:r>
              <a:rPr lang="en-US" b="true" sz="2006">
                <a:solidFill>
                  <a:srgbClr val="C20F03"/>
                </a:solidFill>
                <a:latin typeface="Arial Bold"/>
                <a:ea typeface="Arial Bold"/>
                <a:cs typeface="Arial Bold"/>
                <a:sym typeface="Arial Bold"/>
              </a:rPr>
              <a:t>Potential Challenges &amp; Risks</a:t>
            </a:r>
          </a:p>
        </p:txBody>
      </p:sp>
      <p:grpSp>
        <p:nvGrpSpPr>
          <p:cNvPr name="Group 139" id="139"/>
          <p:cNvGrpSpPr/>
          <p:nvPr/>
        </p:nvGrpSpPr>
        <p:grpSpPr>
          <a:xfrm rot="0">
            <a:off x="6647498" y="5679229"/>
            <a:ext cx="4732523" cy="605557"/>
            <a:chOff x="0" y="0"/>
            <a:chExt cx="1246426" cy="159488"/>
          </a:xfrm>
        </p:grpSpPr>
        <p:sp>
          <p:nvSpPr>
            <p:cNvPr name="Freeform 140" id="140"/>
            <p:cNvSpPr/>
            <p:nvPr/>
          </p:nvSpPr>
          <p:spPr>
            <a:xfrm flipH="false" flipV="false" rot="0">
              <a:off x="0" y="0"/>
              <a:ext cx="1246426" cy="159488"/>
            </a:xfrm>
            <a:custGeom>
              <a:avLst/>
              <a:gdLst/>
              <a:ahLst/>
              <a:cxnLst/>
              <a:rect r="r" b="b" t="t" l="l"/>
              <a:pathLst>
                <a:path h="159488" w="1246426">
                  <a:moveTo>
                    <a:pt x="14723" y="0"/>
                  </a:moveTo>
                  <a:lnTo>
                    <a:pt x="1231703" y="0"/>
                  </a:lnTo>
                  <a:cubicBezTo>
                    <a:pt x="1235607" y="0"/>
                    <a:pt x="1239352" y="1551"/>
                    <a:pt x="1242113" y="4312"/>
                  </a:cubicBezTo>
                  <a:cubicBezTo>
                    <a:pt x="1244874" y="7073"/>
                    <a:pt x="1246426" y="10818"/>
                    <a:pt x="1246426" y="14723"/>
                  </a:cubicBezTo>
                  <a:lnTo>
                    <a:pt x="1246426" y="144765"/>
                  </a:lnTo>
                  <a:cubicBezTo>
                    <a:pt x="1246426" y="148670"/>
                    <a:pt x="1244874" y="152415"/>
                    <a:pt x="1242113" y="155176"/>
                  </a:cubicBezTo>
                  <a:cubicBezTo>
                    <a:pt x="1239352" y="157937"/>
                    <a:pt x="1235607" y="159488"/>
                    <a:pt x="1231703" y="159488"/>
                  </a:cubicBezTo>
                  <a:lnTo>
                    <a:pt x="14723" y="159488"/>
                  </a:lnTo>
                  <a:cubicBezTo>
                    <a:pt x="10818" y="159488"/>
                    <a:pt x="7073" y="157937"/>
                    <a:pt x="4312" y="155176"/>
                  </a:cubicBezTo>
                  <a:cubicBezTo>
                    <a:pt x="1551" y="152415"/>
                    <a:pt x="0" y="148670"/>
                    <a:pt x="0" y="144765"/>
                  </a:cubicBezTo>
                  <a:lnTo>
                    <a:pt x="0" y="14723"/>
                  </a:lnTo>
                  <a:cubicBezTo>
                    <a:pt x="0" y="10818"/>
                    <a:pt x="1551" y="7073"/>
                    <a:pt x="4312" y="4312"/>
                  </a:cubicBezTo>
                  <a:cubicBezTo>
                    <a:pt x="7073" y="1551"/>
                    <a:pt x="10818" y="0"/>
                    <a:pt x="14723" y="0"/>
                  </a:cubicBezTo>
                  <a:close/>
                </a:path>
              </a:pathLst>
            </a:custGeom>
            <a:ln w="19050" cap="sq">
              <a:solidFill>
                <a:srgbClr val="014BAD"/>
              </a:solidFill>
              <a:prstDash val="solid"/>
              <a:miter/>
            </a:ln>
          </p:spPr>
        </p:sp>
        <p:sp>
          <p:nvSpPr>
            <p:cNvPr name="TextBox 141" id="141"/>
            <p:cNvSpPr txBox="true"/>
            <p:nvPr/>
          </p:nvSpPr>
          <p:spPr>
            <a:xfrm>
              <a:off x="0" y="-47625"/>
              <a:ext cx="1246426" cy="20711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8"/>
                </a:lnSpc>
              </a:pPr>
            </a:p>
          </p:txBody>
        </p:sp>
      </p:grp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3380775" y="2410110"/>
            <a:ext cx="4118424" cy="2249689"/>
          </a:xfrm>
          <a:custGeom>
            <a:avLst/>
            <a:gdLst/>
            <a:ahLst/>
            <a:cxnLst/>
            <a:rect r="r" b="b" t="t" l="l"/>
            <a:pathLst>
              <a:path h="2249689" w="4118424">
                <a:moveTo>
                  <a:pt x="0" y="0"/>
                </a:moveTo>
                <a:lnTo>
                  <a:pt x="4118425" y="0"/>
                </a:lnTo>
                <a:lnTo>
                  <a:pt x="4118425" y="2249689"/>
                </a:lnTo>
                <a:lnTo>
                  <a:pt x="0" y="224968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w="28575" cap="rnd">
            <a:solidFill>
              <a:srgbClr val="000000"/>
            </a:solidFill>
            <a:prstDash val="solid"/>
            <a:round/>
          </a:ln>
        </p:spPr>
      </p:sp>
      <p:sp>
        <p:nvSpPr>
          <p:cNvPr name="TextBox 3" id="3"/>
          <p:cNvSpPr txBox="true"/>
          <p:nvPr/>
        </p:nvSpPr>
        <p:spPr>
          <a:xfrm rot="0">
            <a:off x="13588491" y="2658166"/>
            <a:ext cx="4500635" cy="29411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88"/>
              </a:lnSpc>
              <a:spcBef>
                <a:spcPct val="0"/>
              </a:spcBef>
            </a:pPr>
            <a:r>
              <a:rPr lang="en-US" b="true" sz="1706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•</a:t>
            </a:r>
            <a:r>
              <a:rPr lang="en-US" b="true" sz="1706">
                <a:solidFill>
                  <a:srgbClr val="1800AD"/>
                </a:solidFill>
                <a:latin typeface="Arial Bold"/>
                <a:ea typeface="Arial Bold"/>
                <a:cs typeface="Arial Bold"/>
                <a:sym typeface="Arial Bold"/>
              </a:rPr>
              <a:t> </a:t>
            </a:r>
            <a:r>
              <a:rPr lang="en-US" b="true" sz="1706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Challenges by district &amp; domain</a:t>
            </a:r>
            <a:r>
              <a:rPr lang="en-US" b="true" sz="1706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 </a:t>
            </a:r>
          </a:p>
          <a:p>
            <a:pPr algn="l">
              <a:lnSpc>
                <a:spcPts val="2388"/>
              </a:lnSpc>
              <a:spcBef>
                <a:spcPct val="0"/>
              </a:spcBef>
            </a:pPr>
            <a:r>
              <a:rPr lang="en-US" b="true" sz="1706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•</a:t>
            </a:r>
            <a:r>
              <a:rPr lang="en-US" b="true" sz="1706">
                <a:solidFill>
                  <a:srgbClr val="CE2216"/>
                </a:solidFill>
                <a:latin typeface="Arial Bold"/>
                <a:ea typeface="Arial Bold"/>
                <a:cs typeface="Arial Bold"/>
                <a:sym typeface="Arial Bold"/>
              </a:rPr>
              <a:t> </a:t>
            </a:r>
            <a:r>
              <a:rPr lang="en-US" b="true" sz="1706">
                <a:solidFill>
                  <a:srgbClr val="070404"/>
                </a:solidFill>
                <a:latin typeface="Arial Bold"/>
                <a:ea typeface="Arial Bold"/>
                <a:cs typeface="Arial Bold"/>
                <a:sym typeface="Arial Bold"/>
              </a:rPr>
              <a:t>Active universities &amp; projects </a:t>
            </a:r>
          </a:p>
          <a:p>
            <a:pPr algn="l">
              <a:lnSpc>
                <a:spcPts val="2388"/>
              </a:lnSpc>
              <a:spcBef>
                <a:spcPct val="0"/>
              </a:spcBef>
            </a:pPr>
            <a:r>
              <a:rPr lang="en-US" b="true" sz="1706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• Partnerships &amp; funding </a:t>
            </a:r>
          </a:p>
          <a:p>
            <a:pPr algn="l">
              <a:lnSpc>
                <a:spcPts val="2388"/>
              </a:lnSpc>
              <a:spcBef>
                <a:spcPct val="0"/>
              </a:spcBef>
            </a:pPr>
            <a:r>
              <a:rPr lang="en-US" b="true" sz="1706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   commitments</a:t>
            </a:r>
          </a:p>
          <a:p>
            <a:pPr algn="l">
              <a:lnSpc>
                <a:spcPts val="2388"/>
              </a:lnSpc>
              <a:spcBef>
                <a:spcPct val="0"/>
              </a:spcBef>
            </a:pPr>
            <a:r>
              <a:rPr lang="en-US" b="true" sz="1706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• Validated outcomes &amp;</a:t>
            </a:r>
          </a:p>
          <a:p>
            <a:pPr algn="l">
              <a:lnSpc>
                <a:spcPts val="2388"/>
              </a:lnSpc>
              <a:spcBef>
                <a:spcPct val="0"/>
              </a:spcBef>
            </a:pPr>
            <a:r>
              <a:rPr lang="en-US" b="true" sz="1706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   beneficiaries</a:t>
            </a:r>
          </a:p>
          <a:p>
            <a:pPr algn="l">
              <a:lnSpc>
                <a:spcPts val="3088"/>
              </a:lnSpc>
              <a:spcBef>
                <a:spcPct val="0"/>
              </a:spcBef>
            </a:pPr>
          </a:p>
          <a:p>
            <a:pPr algn="l">
              <a:lnSpc>
                <a:spcPts val="3088"/>
              </a:lnSpc>
              <a:spcBef>
                <a:spcPct val="0"/>
              </a:spcBef>
            </a:pPr>
          </a:p>
          <a:p>
            <a:pPr algn="l">
              <a:lnSpc>
                <a:spcPts val="3088"/>
              </a:lnSpc>
              <a:spcBef>
                <a:spcPct val="0"/>
              </a:spcBef>
            </a:pPr>
          </a:p>
        </p:txBody>
      </p:sp>
      <p:grpSp>
        <p:nvGrpSpPr>
          <p:cNvPr name="Group 4" id="4"/>
          <p:cNvGrpSpPr/>
          <p:nvPr/>
        </p:nvGrpSpPr>
        <p:grpSpPr>
          <a:xfrm rot="0">
            <a:off x="16992600" y="2568892"/>
            <a:ext cx="111442" cy="108585"/>
            <a:chOff x="0" y="0"/>
            <a:chExt cx="148590" cy="14478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48446" y="48830"/>
              <a:ext cx="48074" cy="40639"/>
            </a:xfrm>
            <a:custGeom>
              <a:avLst/>
              <a:gdLst/>
              <a:ahLst/>
              <a:cxnLst/>
              <a:rect r="r" b="b" t="t" l="l"/>
              <a:pathLst>
                <a:path h="40639" w="48074">
                  <a:moveTo>
                    <a:pt x="48074" y="14670"/>
                  </a:moveTo>
                  <a:cubicBezTo>
                    <a:pt x="26484" y="47690"/>
                    <a:pt x="6164" y="42610"/>
                    <a:pt x="2354" y="34990"/>
                  </a:cubicBezTo>
                  <a:cubicBezTo>
                    <a:pt x="-2726" y="27370"/>
                    <a:pt x="1084" y="7050"/>
                    <a:pt x="7434" y="1970"/>
                  </a:cubicBezTo>
                  <a:cubicBezTo>
                    <a:pt x="15054" y="-3110"/>
                    <a:pt x="41724" y="3240"/>
                    <a:pt x="41724" y="3240"/>
                  </a:cubicBezTo>
                </a:path>
              </a:pathLst>
            </a:custGeom>
            <a:solidFill>
              <a:srgbClr val="0571D3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6" id="6"/>
          <p:cNvGrpSpPr/>
          <p:nvPr/>
        </p:nvGrpSpPr>
        <p:grpSpPr>
          <a:xfrm rot="0">
            <a:off x="16992600" y="2568892"/>
            <a:ext cx="111442" cy="108585"/>
            <a:chOff x="0" y="0"/>
            <a:chExt cx="148590" cy="1447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48446" y="48830"/>
              <a:ext cx="48074" cy="40639"/>
            </a:xfrm>
            <a:custGeom>
              <a:avLst/>
              <a:gdLst/>
              <a:ahLst/>
              <a:cxnLst/>
              <a:rect r="r" b="b" t="t" l="l"/>
              <a:pathLst>
                <a:path h="40639" w="48074">
                  <a:moveTo>
                    <a:pt x="48074" y="14670"/>
                  </a:moveTo>
                  <a:cubicBezTo>
                    <a:pt x="26484" y="47690"/>
                    <a:pt x="6164" y="42610"/>
                    <a:pt x="2354" y="34990"/>
                  </a:cubicBezTo>
                  <a:cubicBezTo>
                    <a:pt x="-2726" y="27370"/>
                    <a:pt x="1084" y="7050"/>
                    <a:pt x="7434" y="1970"/>
                  </a:cubicBezTo>
                  <a:cubicBezTo>
                    <a:pt x="15054" y="-3110"/>
                    <a:pt x="41724" y="3240"/>
                    <a:pt x="41724" y="3240"/>
                  </a:cubicBezTo>
                </a:path>
              </a:pathLst>
            </a:custGeom>
            <a:solidFill>
              <a:srgbClr val="0571D3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8" id="8"/>
          <p:cNvGrpSpPr/>
          <p:nvPr/>
        </p:nvGrpSpPr>
        <p:grpSpPr>
          <a:xfrm rot="0">
            <a:off x="16992600" y="2568892"/>
            <a:ext cx="111442" cy="108585"/>
            <a:chOff x="0" y="0"/>
            <a:chExt cx="148590" cy="14478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48446" y="48830"/>
              <a:ext cx="48074" cy="40639"/>
            </a:xfrm>
            <a:custGeom>
              <a:avLst/>
              <a:gdLst/>
              <a:ahLst/>
              <a:cxnLst/>
              <a:rect r="r" b="b" t="t" l="l"/>
              <a:pathLst>
                <a:path h="40639" w="48074">
                  <a:moveTo>
                    <a:pt x="48074" y="14670"/>
                  </a:moveTo>
                  <a:cubicBezTo>
                    <a:pt x="26484" y="47690"/>
                    <a:pt x="6164" y="42610"/>
                    <a:pt x="2354" y="34990"/>
                  </a:cubicBezTo>
                  <a:cubicBezTo>
                    <a:pt x="-2726" y="27370"/>
                    <a:pt x="1084" y="7050"/>
                    <a:pt x="7434" y="1970"/>
                  </a:cubicBezTo>
                  <a:cubicBezTo>
                    <a:pt x="15054" y="-3110"/>
                    <a:pt x="41724" y="3240"/>
                    <a:pt x="41724" y="3240"/>
                  </a:cubicBezTo>
                </a:path>
              </a:pathLst>
            </a:custGeom>
            <a:solidFill>
              <a:srgbClr val="0571D3"/>
            </a:solidFill>
            <a:ln cap="sq">
              <a:noFill/>
              <a:prstDash val="solid"/>
              <a:miter/>
            </a:ln>
          </p:spPr>
        </p:sp>
      </p:grpSp>
      <p:sp>
        <p:nvSpPr>
          <p:cNvPr name="Freeform 10" id="10"/>
          <p:cNvSpPr/>
          <p:nvPr/>
        </p:nvSpPr>
        <p:spPr>
          <a:xfrm flipH="false" flipV="false" rot="0">
            <a:off x="127409" y="54338"/>
            <a:ext cx="1802581" cy="1081549"/>
          </a:xfrm>
          <a:custGeom>
            <a:avLst/>
            <a:gdLst/>
            <a:ahLst/>
            <a:cxnLst/>
            <a:rect r="r" b="b" t="t" l="l"/>
            <a:pathLst>
              <a:path h="1081549" w="1802581">
                <a:moveTo>
                  <a:pt x="0" y="0"/>
                </a:moveTo>
                <a:lnTo>
                  <a:pt x="1802582" y="0"/>
                </a:lnTo>
                <a:lnTo>
                  <a:pt x="1802582" y="1081549"/>
                </a:lnTo>
                <a:lnTo>
                  <a:pt x="0" y="108154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403557" y="1856883"/>
            <a:ext cx="12592158" cy="2897216"/>
          </a:xfrm>
          <a:custGeom>
            <a:avLst/>
            <a:gdLst/>
            <a:ahLst/>
            <a:cxnLst/>
            <a:rect r="r" b="b" t="t" l="l"/>
            <a:pathLst>
              <a:path h="2897216" w="12592158">
                <a:moveTo>
                  <a:pt x="0" y="0"/>
                </a:moveTo>
                <a:lnTo>
                  <a:pt x="12592158" y="0"/>
                </a:lnTo>
                <a:lnTo>
                  <a:pt x="12592158" y="2897216"/>
                </a:lnTo>
                <a:lnTo>
                  <a:pt x="0" y="289721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24" t="-19297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16052783" y="114269"/>
            <a:ext cx="2036343" cy="902625"/>
          </a:xfrm>
          <a:custGeom>
            <a:avLst/>
            <a:gdLst/>
            <a:ahLst/>
            <a:cxnLst/>
            <a:rect r="r" b="b" t="t" l="l"/>
            <a:pathLst>
              <a:path h="902625" w="2036343">
                <a:moveTo>
                  <a:pt x="0" y="0"/>
                </a:moveTo>
                <a:lnTo>
                  <a:pt x="2036343" y="0"/>
                </a:lnTo>
                <a:lnTo>
                  <a:pt x="2036343" y="902625"/>
                </a:lnTo>
                <a:lnTo>
                  <a:pt x="0" y="90262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-1238" r="0" b="0"/>
            </a:stretch>
          </a:blipFill>
        </p:spPr>
      </p:sp>
      <p:grpSp>
        <p:nvGrpSpPr>
          <p:cNvPr name="Group 13" id="13"/>
          <p:cNvGrpSpPr/>
          <p:nvPr/>
        </p:nvGrpSpPr>
        <p:grpSpPr>
          <a:xfrm rot="0">
            <a:off x="10128488" y="5143500"/>
            <a:ext cx="8033886" cy="4501908"/>
            <a:chOff x="0" y="0"/>
            <a:chExt cx="2115921" cy="1185688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115921" cy="1185688"/>
            </a:xfrm>
            <a:custGeom>
              <a:avLst/>
              <a:gdLst/>
              <a:ahLst/>
              <a:cxnLst/>
              <a:rect r="r" b="b" t="t" l="l"/>
              <a:pathLst>
                <a:path h="1185688" w="2115921">
                  <a:moveTo>
                    <a:pt x="14455" y="0"/>
                  </a:moveTo>
                  <a:lnTo>
                    <a:pt x="2101466" y="0"/>
                  </a:lnTo>
                  <a:cubicBezTo>
                    <a:pt x="2105299" y="0"/>
                    <a:pt x="2108976" y="1523"/>
                    <a:pt x="2111687" y="4234"/>
                  </a:cubicBezTo>
                  <a:cubicBezTo>
                    <a:pt x="2114398" y="6945"/>
                    <a:pt x="2115921" y="10621"/>
                    <a:pt x="2115921" y="14455"/>
                  </a:cubicBezTo>
                  <a:lnTo>
                    <a:pt x="2115921" y="1171233"/>
                  </a:lnTo>
                  <a:cubicBezTo>
                    <a:pt x="2115921" y="1179216"/>
                    <a:pt x="2109449" y="1185688"/>
                    <a:pt x="2101466" y="1185688"/>
                  </a:cubicBezTo>
                  <a:lnTo>
                    <a:pt x="14455" y="1185688"/>
                  </a:lnTo>
                  <a:cubicBezTo>
                    <a:pt x="6472" y="1185688"/>
                    <a:pt x="0" y="1179216"/>
                    <a:pt x="0" y="1171233"/>
                  </a:cubicBezTo>
                  <a:lnTo>
                    <a:pt x="0" y="14455"/>
                  </a:lnTo>
                  <a:cubicBezTo>
                    <a:pt x="0" y="6472"/>
                    <a:pt x="6472" y="0"/>
                    <a:pt x="14455" y="0"/>
                  </a:cubicBezTo>
                  <a:close/>
                </a:path>
              </a:pathLst>
            </a:custGeom>
            <a:solidFill>
              <a:srgbClr val="F9EAB9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47625"/>
              <a:ext cx="2115921" cy="123331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8"/>
                </a:lnSpc>
              </a:pPr>
            </a:p>
          </p:txBody>
        </p:sp>
      </p:grpSp>
      <p:sp>
        <p:nvSpPr>
          <p:cNvPr name="Freeform 16" id="16"/>
          <p:cNvSpPr/>
          <p:nvPr/>
        </p:nvSpPr>
        <p:spPr>
          <a:xfrm flipH="false" flipV="false" rot="0">
            <a:off x="10304831" y="5302657"/>
            <a:ext cx="7653502" cy="4206273"/>
          </a:xfrm>
          <a:custGeom>
            <a:avLst/>
            <a:gdLst/>
            <a:ahLst/>
            <a:cxnLst/>
            <a:rect r="r" b="b" t="t" l="l"/>
            <a:pathLst>
              <a:path h="4206273" w="7653502">
                <a:moveTo>
                  <a:pt x="0" y="0"/>
                </a:moveTo>
                <a:lnTo>
                  <a:pt x="7653502" y="0"/>
                </a:lnTo>
                <a:lnTo>
                  <a:pt x="7653502" y="4206273"/>
                </a:lnTo>
                <a:lnTo>
                  <a:pt x="0" y="420627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-998" t="-3783" r="-1111" b="0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4535100" y="42364"/>
            <a:ext cx="8907833" cy="7575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019"/>
              </a:lnSpc>
              <a:spcBef>
                <a:spcPct val="0"/>
              </a:spcBef>
            </a:pPr>
            <a:r>
              <a:rPr lang="en-US" b="true" sz="4299" u="sng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IMPACT AND BENEFITS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567719" y="1272311"/>
            <a:ext cx="5921463" cy="4576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8"/>
              </a:lnSpc>
              <a:spcBef>
                <a:spcPct val="0"/>
              </a:spcBef>
            </a:pPr>
            <a:r>
              <a:rPr lang="en-US" b="true" sz="2606" u="sng">
                <a:solidFill>
                  <a:srgbClr val="004AAD"/>
                </a:solidFill>
                <a:latin typeface="Arial Bold"/>
                <a:ea typeface="Arial Bold"/>
                <a:cs typeface="Arial Bold"/>
                <a:sym typeface="Arial Bold"/>
              </a:rPr>
              <a:t>Potential Impact On Target Audience: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27409" y="5739049"/>
            <a:ext cx="9927830" cy="39063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76353" indent="-238176" lvl="1">
              <a:lnSpc>
                <a:spcPts val="3088"/>
              </a:lnSpc>
              <a:buFont typeface="Arial"/>
              <a:buChar char="•"/>
            </a:pPr>
            <a:r>
              <a:rPr lang="en-US" b="true" sz="2206">
                <a:solidFill>
                  <a:srgbClr val="014BAD"/>
                </a:solidFill>
                <a:latin typeface="Arial Bold"/>
                <a:ea typeface="Arial Bold"/>
                <a:cs typeface="Arial Bold"/>
                <a:sym typeface="Arial Bold"/>
              </a:rPr>
              <a:t>Faster Problem Resolution</a:t>
            </a:r>
            <a:r>
              <a:rPr lang="en-US" b="true" sz="2206">
                <a:solidFill>
                  <a:srgbClr val="014BAD"/>
                </a:solidFill>
                <a:latin typeface="Arial Bold"/>
                <a:ea typeface="Arial Bold"/>
                <a:cs typeface="Arial Bold"/>
                <a:sym typeface="Arial Bold"/>
              </a:rPr>
              <a:t>:</a:t>
            </a:r>
            <a:r>
              <a:rPr lang="en-US" b="true" sz="2206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 </a:t>
            </a:r>
            <a:r>
              <a:rPr lang="en-US" sz="2206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Connects challenges to the right university and supporting partners.</a:t>
            </a:r>
          </a:p>
          <a:p>
            <a:pPr algn="l" marL="476353" indent="-238176" lvl="1">
              <a:lnSpc>
                <a:spcPts val="3088"/>
              </a:lnSpc>
              <a:buFont typeface="Arial"/>
              <a:buChar char="•"/>
            </a:pPr>
            <a:r>
              <a:rPr lang="en-US" b="true" sz="2206">
                <a:solidFill>
                  <a:srgbClr val="014BAD"/>
                </a:solidFill>
                <a:latin typeface="Arial Bold"/>
                <a:ea typeface="Arial Bold"/>
                <a:cs typeface="Arial Bold"/>
                <a:sym typeface="Arial Bold"/>
              </a:rPr>
              <a:t>Better Collaboration: </a:t>
            </a:r>
            <a:r>
              <a:rPr lang="en-US" sz="2206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One platform for citizens, government, universities and industry.</a:t>
            </a:r>
          </a:p>
          <a:p>
            <a:pPr algn="l" marL="476353" indent="-238176" lvl="1">
              <a:lnSpc>
                <a:spcPts val="3088"/>
              </a:lnSpc>
              <a:buFont typeface="Arial"/>
              <a:buChar char="•"/>
            </a:pPr>
            <a:r>
              <a:rPr lang="en-US" b="true" sz="2206">
                <a:solidFill>
                  <a:srgbClr val="004AAD"/>
                </a:solidFill>
                <a:latin typeface="Arial Bold"/>
                <a:ea typeface="Arial Bold"/>
                <a:cs typeface="Arial Bold"/>
                <a:sym typeface="Arial Bold"/>
              </a:rPr>
              <a:t>Transparency &amp; Accountability: </a:t>
            </a:r>
            <a:r>
              <a:rPr lang="en-US" sz="2206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Reviews, milestones, evidence and outcomes remain traceable.</a:t>
            </a:r>
          </a:p>
          <a:p>
            <a:pPr algn="l" marL="476353" indent="-238176" lvl="1">
              <a:lnSpc>
                <a:spcPts val="3088"/>
              </a:lnSpc>
              <a:buFont typeface="Arial"/>
              <a:buChar char="•"/>
            </a:pPr>
            <a:r>
              <a:rPr lang="en-US" b="true" sz="2206">
                <a:solidFill>
                  <a:srgbClr val="014BAD"/>
                </a:solidFill>
                <a:latin typeface="Arial Bold"/>
                <a:ea typeface="Arial Bold"/>
                <a:cs typeface="Arial Bold"/>
                <a:sym typeface="Arial Bold"/>
              </a:rPr>
              <a:t>Bilingual &amp; Inclusive:</a:t>
            </a:r>
            <a:r>
              <a:rPr lang="en-US" b="true" sz="2206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 </a:t>
            </a:r>
            <a:r>
              <a:rPr lang="en-US" sz="2206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English/Hindi reporting and communication.</a:t>
            </a:r>
          </a:p>
          <a:p>
            <a:pPr algn="l" marL="476353" indent="-238176" lvl="1">
              <a:lnSpc>
                <a:spcPts val="3088"/>
              </a:lnSpc>
              <a:buFont typeface="Arial"/>
              <a:buChar char="•"/>
            </a:pPr>
            <a:r>
              <a:rPr lang="en-US" b="true" sz="2206">
                <a:solidFill>
                  <a:srgbClr val="014BAD"/>
                </a:solidFill>
                <a:latin typeface="Arial Bold"/>
                <a:ea typeface="Arial Bold"/>
                <a:cs typeface="Arial Bold"/>
                <a:sym typeface="Arial Bold"/>
              </a:rPr>
              <a:t>Measurable Social Impact: </a:t>
            </a:r>
            <a:r>
              <a:rPr lang="en-US" sz="2206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Tracks beneficiaries, results, testing evidence, patents and startups.</a:t>
            </a:r>
          </a:p>
          <a:p>
            <a:pPr algn="l">
              <a:lnSpc>
                <a:spcPts val="3088"/>
              </a:lnSpc>
            </a:pPr>
          </a:p>
        </p:txBody>
      </p:sp>
      <p:sp>
        <p:nvSpPr>
          <p:cNvPr name="TextBox 20" id="20"/>
          <p:cNvSpPr txBox="true"/>
          <p:nvPr/>
        </p:nvSpPr>
        <p:spPr>
          <a:xfrm rot="0">
            <a:off x="558194" y="5141650"/>
            <a:ext cx="3976905" cy="4576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8"/>
              </a:lnSpc>
              <a:spcBef>
                <a:spcPct val="0"/>
              </a:spcBef>
            </a:pPr>
            <a:r>
              <a:rPr lang="en-US" b="true" sz="2606" u="sng">
                <a:solidFill>
                  <a:srgbClr val="004AAD"/>
                </a:solidFill>
                <a:latin typeface="Arial Bold"/>
                <a:ea typeface="Arial Bold"/>
                <a:cs typeface="Arial Bold"/>
                <a:sym typeface="Arial Bold"/>
              </a:rPr>
              <a:t>B</a:t>
            </a:r>
            <a:r>
              <a:rPr lang="en-US" b="true" sz="2606" u="sng">
                <a:solidFill>
                  <a:srgbClr val="004AAD"/>
                </a:solidFill>
                <a:latin typeface="Arial Bold"/>
                <a:ea typeface="Arial Bold"/>
                <a:cs typeface="Arial Bold"/>
                <a:sym typeface="Arial Bold"/>
              </a:rPr>
              <a:t>enefits Of The Solution: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3442933" y="1790208"/>
            <a:ext cx="2095810" cy="4576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8"/>
              </a:lnSpc>
              <a:spcBef>
                <a:spcPct val="0"/>
              </a:spcBef>
            </a:pPr>
            <a:r>
              <a:rPr lang="en-US" b="true" sz="2606">
                <a:solidFill>
                  <a:srgbClr val="004AAD"/>
                </a:solidFill>
                <a:latin typeface="Arial Bold"/>
                <a:ea typeface="Arial Bold"/>
                <a:cs typeface="Arial Bold"/>
                <a:sym typeface="Arial Bold"/>
              </a:rPr>
              <a:t>Key Metrics: 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-991353" y="448798"/>
            <a:ext cx="4040105" cy="3490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8"/>
              </a:lnSpc>
              <a:spcBef>
                <a:spcPct val="0"/>
              </a:spcBef>
            </a:pPr>
            <a:r>
              <a:rPr lang="en-US" b="true" sz="2006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BilluSena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4535100" y="42364"/>
            <a:ext cx="8907833" cy="7575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019"/>
              </a:lnSpc>
              <a:spcBef>
                <a:spcPct val="0"/>
              </a:spcBef>
            </a:pPr>
            <a:r>
              <a:rPr lang="en-US" b="true" sz="4299" u="sng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RESEARCH AND REFERENCES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540239" y="6212366"/>
            <a:ext cx="14583553" cy="40746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48"/>
              </a:lnSpc>
            </a:pPr>
          </a:p>
          <a:p>
            <a:pPr algn="l">
              <a:lnSpc>
                <a:spcPts val="3928"/>
              </a:lnSpc>
            </a:pPr>
            <a:r>
              <a:rPr lang="en-US" sz="2806" u="sng" b="true">
                <a:solidFill>
                  <a:srgbClr val="004AAD"/>
                </a:solidFill>
                <a:latin typeface="Arial Bold"/>
                <a:ea typeface="Arial Bold"/>
                <a:cs typeface="Arial Bold"/>
                <a:sym typeface="Arial Bold"/>
              </a:rPr>
              <a:t>AI and Technical References:</a:t>
            </a:r>
          </a:p>
          <a:p>
            <a:pPr algn="l">
              <a:lnSpc>
                <a:spcPts val="3508"/>
              </a:lnSpc>
            </a:pPr>
            <a:r>
              <a:rPr lang="en-US" sz="2506" b="true">
                <a:solidFill>
                  <a:srgbClr val="070404"/>
                </a:solidFill>
                <a:latin typeface="Arial Bold"/>
                <a:ea typeface="Arial Bold"/>
                <a:cs typeface="Arial Bold"/>
                <a:sym typeface="Arial Bold"/>
              </a:rPr>
              <a:t>Gemini Structured Output: </a:t>
            </a:r>
            <a:r>
              <a:rPr lang="en-US" b="true" sz="2506" u="sng">
                <a:solidFill>
                  <a:srgbClr val="1800AD"/>
                </a:solidFill>
                <a:latin typeface="Arial Bold"/>
                <a:ea typeface="Arial Bold"/>
                <a:cs typeface="Arial Bold"/>
                <a:sym typeface="Arial Bold"/>
                <a:hlinkClick r:id="rId2" tooltip="https://ai.google.dev/gemini-api/docs/structured-output"/>
              </a:rPr>
              <a:t>https://ai.google.dev/gemini-api/docs/structured-outpu</a:t>
            </a:r>
            <a:r>
              <a:rPr lang="en-US" sz="2506" b="true">
                <a:solidFill>
                  <a:srgbClr val="1800AD"/>
                </a:solidFill>
                <a:latin typeface="Arial Bold"/>
                <a:ea typeface="Arial Bold"/>
                <a:cs typeface="Arial Bold"/>
                <a:sym typeface="Arial Bold"/>
              </a:rPr>
              <a:t>t</a:t>
            </a:r>
          </a:p>
          <a:p>
            <a:pPr algn="l">
              <a:lnSpc>
                <a:spcPts val="3508"/>
              </a:lnSpc>
            </a:pPr>
            <a:r>
              <a:rPr lang="en-US" sz="2506" b="true">
                <a:solidFill>
                  <a:srgbClr val="070404"/>
                </a:solidFill>
                <a:latin typeface="Arial Bold"/>
                <a:ea typeface="Arial Bold"/>
                <a:cs typeface="Arial Bold"/>
                <a:sym typeface="Arial Bold"/>
              </a:rPr>
              <a:t>Vertex AI — ADC Quickstart: </a:t>
            </a:r>
            <a:r>
              <a:rPr lang="en-US" b="true" sz="2506" u="sng">
                <a:solidFill>
                  <a:srgbClr val="1800AD"/>
                </a:solidFill>
                <a:latin typeface="Arial Bold"/>
                <a:ea typeface="Arial Bold"/>
                <a:cs typeface="Arial Bold"/>
                <a:sym typeface="Arial Bold"/>
                <a:hlinkClick r:id="rId3" tooltip="https://cloud.google.com/vertex-ai/generative-ai/docs/start/quickstart"/>
              </a:rPr>
              <a:t>https://cloud.google.com/vertex-ai/generative-ai/docs/start/quickstart</a:t>
            </a:r>
          </a:p>
          <a:p>
            <a:pPr algn="l">
              <a:lnSpc>
                <a:spcPts val="3508"/>
              </a:lnSpc>
            </a:pPr>
            <a:r>
              <a:rPr lang="en-US" sz="2506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FastAPI: </a:t>
            </a:r>
            <a:r>
              <a:rPr lang="en-US" b="true" sz="2506" u="sng">
                <a:solidFill>
                  <a:srgbClr val="1800AD"/>
                </a:solidFill>
                <a:latin typeface="Arial Bold"/>
                <a:ea typeface="Arial Bold"/>
                <a:cs typeface="Arial Bold"/>
                <a:sym typeface="Arial Bold"/>
                <a:hlinkClick r:id="rId4" tooltip="https://fastapi.tiangolo.com"/>
              </a:rPr>
              <a:t>https://fastapi.tiangolo.com/</a:t>
            </a:r>
          </a:p>
          <a:p>
            <a:pPr algn="l">
              <a:lnSpc>
                <a:spcPts val="3508"/>
              </a:lnSpc>
            </a:pPr>
            <a:r>
              <a:rPr lang="en-US" sz="2506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Neon: </a:t>
            </a:r>
            <a:r>
              <a:rPr lang="en-US" b="true" sz="2506" u="sng">
                <a:solidFill>
                  <a:srgbClr val="1800AD"/>
                </a:solidFill>
                <a:latin typeface="Arial Bold"/>
                <a:ea typeface="Arial Bold"/>
                <a:cs typeface="Arial Bold"/>
                <a:sym typeface="Arial Bold"/>
                <a:hlinkClick r:id="rId5" tooltip="https://neon.tech/docs"/>
              </a:rPr>
              <a:t>https://neon.tech/docs</a:t>
            </a:r>
          </a:p>
          <a:p>
            <a:pPr algn="l">
              <a:lnSpc>
                <a:spcPts val="3508"/>
              </a:lnSpc>
            </a:pPr>
            <a:r>
              <a:rPr lang="en-US" sz="2506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Google Cloud Run: </a:t>
            </a:r>
            <a:r>
              <a:rPr lang="en-US" b="true" sz="2506" u="sng">
                <a:solidFill>
                  <a:srgbClr val="1800AD"/>
                </a:solidFill>
                <a:latin typeface="Arial Bold"/>
                <a:ea typeface="Arial Bold"/>
                <a:cs typeface="Arial Bold"/>
                <a:sym typeface="Arial Bold"/>
                <a:hlinkClick r:id="rId6" tooltip="https://cloud.google.com/run/docs"/>
              </a:rPr>
              <a:t>https://cloud.google.com/run/docs</a:t>
            </a:r>
          </a:p>
          <a:p>
            <a:pPr algn="l">
              <a:lnSpc>
                <a:spcPts val="3928"/>
              </a:lnSpc>
              <a:spcBef>
                <a:spcPct val="0"/>
              </a:spcBef>
            </a:pPr>
          </a:p>
        </p:txBody>
      </p:sp>
      <p:sp>
        <p:nvSpPr>
          <p:cNvPr name="TextBox 4" id="4"/>
          <p:cNvSpPr txBox="true"/>
          <p:nvPr/>
        </p:nvSpPr>
        <p:spPr>
          <a:xfrm rot="0">
            <a:off x="540239" y="733244"/>
            <a:ext cx="10956757" cy="28173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48"/>
              </a:lnSpc>
            </a:pPr>
          </a:p>
          <a:p>
            <a:pPr algn="l">
              <a:lnSpc>
                <a:spcPts val="3928"/>
              </a:lnSpc>
            </a:pPr>
            <a:r>
              <a:rPr lang="en-US" sz="2806" u="sng" b="true">
                <a:solidFill>
                  <a:srgbClr val="004AAD"/>
                </a:solidFill>
                <a:latin typeface="Arial Bold"/>
                <a:ea typeface="Arial Bold"/>
                <a:cs typeface="Arial Bold"/>
                <a:sym typeface="Arial Bold"/>
              </a:rPr>
              <a:t>Project Links:</a:t>
            </a:r>
          </a:p>
          <a:p>
            <a:pPr algn="l">
              <a:lnSpc>
                <a:spcPts val="3648"/>
              </a:lnSpc>
            </a:pPr>
            <a:r>
              <a:rPr lang="en-US" sz="2606" b="true">
                <a:solidFill>
                  <a:srgbClr val="070404"/>
                </a:solidFill>
                <a:latin typeface="Arial Bold"/>
                <a:ea typeface="Arial Bold"/>
                <a:cs typeface="Arial Bold"/>
                <a:sym typeface="Arial Bold"/>
              </a:rPr>
              <a:t>Live Demo: </a:t>
            </a:r>
            <a:r>
              <a:rPr lang="en-US" b="true" sz="2606" u="sng">
                <a:solidFill>
                  <a:srgbClr val="1800AD"/>
                </a:solidFill>
                <a:latin typeface="Arial Bold"/>
                <a:ea typeface="Arial Bold"/>
                <a:cs typeface="Arial Bold"/>
                <a:sym typeface="Arial Bold"/>
                <a:hlinkClick r:id="rId7" tooltip="https://jansetu-jharkhand.vercel.app"/>
              </a:rPr>
              <a:t>https://jansetu-jharkhand.vercel.app/ </a:t>
            </a:r>
          </a:p>
          <a:p>
            <a:pPr algn="l">
              <a:lnSpc>
                <a:spcPts val="3648"/>
              </a:lnSpc>
            </a:pPr>
            <a:r>
              <a:rPr lang="en-US" sz="2606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Frontend:    </a:t>
            </a:r>
            <a:r>
              <a:rPr lang="en-US" b="true" sz="2606" u="sng">
                <a:solidFill>
                  <a:srgbClr val="1800AD"/>
                </a:solidFill>
                <a:latin typeface="Arial Bold"/>
                <a:ea typeface="Arial Bold"/>
                <a:cs typeface="Arial Bold"/>
                <a:sym typeface="Arial Bold"/>
                <a:hlinkClick r:id="rId8" tooltip="https://jansetu-jharkhand.vercel.app"/>
              </a:rPr>
              <a:t>jansetu-jharkhand.vercel.app</a:t>
            </a:r>
          </a:p>
          <a:p>
            <a:pPr algn="l">
              <a:lnSpc>
                <a:spcPts val="3648"/>
              </a:lnSpc>
            </a:pPr>
            <a:r>
              <a:rPr lang="en-US" sz="2606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Backend:     </a:t>
            </a:r>
            <a:r>
              <a:rPr lang="en-US" b="true" sz="2606" u="sng">
                <a:solidFill>
                  <a:srgbClr val="1800AD"/>
                </a:solidFill>
                <a:latin typeface="Arial Bold"/>
                <a:ea typeface="Arial Bold"/>
                <a:cs typeface="Arial Bold"/>
                <a:sym typeface="Arial Bold"/>
                <a:hlinkClick r:id="rId9" tooltip="https://jansetu-api-595351864949.us-east4.run.app/api/v1/health"/>
              </a:rPr>
              <a:t>jansetu-api-595351864949.us-east4.run.app/api/v1/health</a:t>
            </a:r>
          </a:p>
          <a:p>
            <a:pPr algn="l">
              <a:lnSpc>
                <a:spcPts val="3928"/>
              </a:lnSpc>
              <a:spcBef>
                <a:spcPct val="0"/>
              </a:spcBef>
            </a:pPr>
          </a:p>
        </p:txBody>
      </p:sp>
      <p:sp>
        <p:nvSpPr>
          <p:cNvPr name="TextBox 5" id="5"/>
          <p:cNvSpPr txBox="true"/>
          <p:nvPr/>
        </p:nvSpPr>
        <p:spPr>
          <a:xfrm rot="0">
            <a:off x="11875830" y="723719"/>
            <a:ext cx="6185158" cy="23696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28"/>
              </a:lnSpc>
            </a:pPr>
          </a:p>
          <a:p>
            <a:pPr algn="l">
              <a:lnSpc>
                <a:spcPts val="3928"/>
              </a:lnSpc>
            </a:pPr>
            <a:r>
              <a:rPr lang="en-US" sz="2806" u="sng" b="true">
                <a:solidFill>
                  <a:srgbClr val="004AAD"/>
                </a:solidFill>
                <a:latin typeface="Arial Bold"/>
                <a:ea typeface="Arial Bold"/>
                <a:cs typeface="Arial Bold"/>
                <a:sym typeface="Arial Bold"/>
              </a:rPr>
              <a:t>Demo Video:</a:t>
            </a:r>
          </a:p>
          <a:p>
            <a:pPr algn="l">
              <a:lnSpc>
                <a:spcPts val="3648"/>
              </a:lnSpc>
              <a:spcBef>
                <a:spcPct val="0"/>
              </a:spcBef>
            </a:pPr>
            <a:r>
              <a:rPr lang="en-US" b="true" sz="2606" u="sng">
                <a:solidFill>
                  <a:srgbClr val="1800AD"/>
                </a:solidFill>
                <a:latin typeface="Arial Bold"/>
                <a:ea typeface="Arial Bold"/>
                <a:cs typeface="Arial Bold"/>
                <a:sym typeface="Arial Bold"/>
                <a:hlinkClick r:id="rId10" tooltip="https://drive.google.com/drive/folders/1-sVTEnGEMpwg4abO0D2a-73zSsLiS5oR?usp=sharing"/>
              </a:rPr>
              <a:t>https://drive.google.com/drive/folders/1-sVTEnGEMpwg4abO0D2a-73zSsLiS5oR?usp=sharing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540239" y="3177621"/>
            <a:ext cx="17747761" cy="36364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48"/>
              </a:lnSpc>
            </a:pPr>
          </a:p>
          <a:p>
            <a:pPr algn="l">
              <a:lnSpc>
                <a:spcPts val="3928"/>
              </a:lnSpc>
            </a:pPr>
            <a:r>
              <a:rPr lang="en-US" sz="2806" b="true">
                <a:solidFill>
                  <a:srgbClr val="004AAD"/>
                </a:solidFill>
                <a:latin typeface="Arial Bold"/>
                <a:ea typeface="Arial Bold"/>
                <a:cs typeface="Arial Bold"/>
                <a:sym typeface="Arial Bold"/>
              </a:rPr>
              <a:t>Research Papers</a:t>
            </a:r>
            <a:r>
              <a:rPr lang="en-US" sz="2806" u="sng" b="true">
                <a:solidFill>
                  <a:srgbClr val="004AAD"/>
                </a:solidFill>
                <a:latin typeface="Arial Bold"/>
                <a:ea typeface="Arial Bold"/>
                <a:cs typeface="Arial Bold"/>
                <a:sym typeface="Arial Bold"/>
              </a:rPr>
              <a:t>:</a:t>
            </a:r>
          </a:p>
          <a:p>
            <a:pPr algn="l">
              <a:lnSpc>
                <a:spcPts val="3508"/>
              </a:lnSpc>
            </a:pPr>
            <a:r>
              <a:rPr lang="en-US" sz="2506" b="true">
                <a:solidFill>
                  <a:srgbClr val="070404"/>
                </a:solidFill>
                <a:latin typeface="Arial Bold"/>
                <a:ea typeface="Arial Bold"/>
                <a:cs typeface="Arial Bold"/>
                <a:sym typeface="Arial Bold"/>
              </a:rPr>
              <a:t>Smart Civic Issue Reporting System (Vikas Path): </a:t>
            </a:r>
            <a:r>
              <a:rPr lang="en-US" sz="2506" b="true">
                <a:solidFill>
                  <a:srgbClr val="1800AD"/>
                </a:solidFill>
                <a:latin typeface="Arial Bold"/>
                <a:ea typeface="Arial Bold"/>
                <a:cs typeface="Arial Bold"/>
                <a:sym typeface="Arial Bold"/>
              </a:rPr>
              <a:t>https://www.researchgate.net/publication/359118551_Smart_Civic_Issue_Reporting_System</a:t>
            </a:r>
          </a:p>
          <a:p>
            <a:pPr algn="l">
              <a:lnSpc>
                <a:spcPts val="3508"/>
              </a:lnSpc>
            </a:pPr>
            <a:r>
              <a:rPr lang="en-US" sz="2506" b="true">
                <a:solidFill>
                  <a:srgbClr val="070404"/>
                </a:solidFill>
                <a:latin typeface="Arial Bold"/>
                <a:ea typeface="Arial Bold"/>
                <a:cs typeface="Arial Bold"/>
                <a:sym typeface="Arial Bold"/>
              </a:rPr>
              <a:t>IN-PART / Connect — University-Industry Matchmaking: </a:t>
            </a:r>
            <a:r>
              <a:rPr lang="en-US" sz="2506" b="true">
                <a:solidFill>
                  <a:srgbClr val="1800AD"/>
                </a:solidFill>
                <a:latin typeface="Arial Bold"/>
                <a:ea typeface="Arial Bold"/>
                <a:cs typeface="Arial Bold"/>
                <a:sym typeface="Arial Bold"/>
              </a:rPr>
              <a:t>https://in-part.com/blog/university-industry-matchmaking/</a:t>
            </a:r>
          </a:p>
          <a:p>
            <a:pPr algn="l">
              <a:lnSpc>
                <a:spcPts val="3508"/>
              </a:lnSpc>
            </a:pPr>
            <a:r>
              <a:rPr lang="en-US" sz="2506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NLP-Based Grievance Management System with Code-Mixer Speech Analysis: </a:t>
            </a:r>
            <a:r>
              <a:rPr lang="en-US" sz="2506" b="true">
                <a:solidFill>
                  <a:srgbClr val="1800AD"/>
                </a:solidFill>
                <a:latin typeface="Arial Bold"/>
                <a:ea typeface="Arial Bold"/>
                <a:cs typeface="Arial Bold"/>
                <a:sym typeface="Arial Bold"/>
              </a:rPr>
              <a:t>https://papers.ssrn.com/sol3/Delivery.cfm/6369498.pdf?abstractid=6369498&amp;mirid=1</a:t>
            </a:r>
          </a:p>
          <a:p>
            <a:pPr algn="l">
              <a:lnSpc>
                <a:spcPts val="3928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DAHUgf9quW4</dc:identifier>
  <dcterms:modified xsi:type="dcterms:W3CDTF">2011-08-01T06:04:30Z</dcterms:modified>
  <cp:revision>1</cp:revision>
  <dc:title>Copy of SMART INDIA HACKATHON 2025</dc:title>
</cp:coreProperties>
</file>